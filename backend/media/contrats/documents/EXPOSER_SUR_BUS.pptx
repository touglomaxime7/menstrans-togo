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1"/>
  </p:sldMasterIdLst>
  <p:sldIdLst>
    <p:sldId id="256" r:id="rId2"/>
    <p:sldId id="283" r:id="rId3"/>
    <p:sldId id="281" r:id="rId4"/>
    <p:sldId id="257" r:id="rId5"/>
    <p:sldId id="258" r:id="rId6"/>
    <p:sldId id="259" r:id="rId7"/>
    <p:sldId id="260" r:id="rId8"/>
    <p:sldId id="261" r:id="rId9"/>
    <p:sldId id="262" r:id="rId10"/>
    <p:sldId id="263" r:id="rId11"/>
    <p:sldId id="279" r:id="rId12"/>
    <p:sldId id="280" r:id="rId13"/>
    <p:sldId id="264" r:id="rId14"/>
    <p:sldId id="265" r:id="rId15"/>
    <p:sldId id="266" r:id="rId16"/>
    <p:sldId id="267" r:id="rId17"/>
    <p:sldId id="268" r:id="rId18"/>
    <p:sldId id="269" r:id="rId19"/>
    <p:sldId id="270" r:id="rId20"/>
    <p:sldId id="271" r:id="rId21"/>
    <p:sldId id="272" r:id="rId22"/>
    <p:sldId id="274" r:id="rId23"/>
    <p:sldId id="275" r:id="rId24"/>
    <p:sldId id="277" r:id="rId25"/>
    <p:sldId id="278"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726CDB-ACD7-4A43-94CD-393E4E6F12BA}" v="1" dt="2024-03-05T10:40:30.0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44726CDB-ACD7-4A43-94CD-393E4E6F12BA}"/>
    <pc:docChg chg="addSld">
      <pc:chgData name="" userId="" providerId="" clId="Web-{44726CDB-ACD7-4A43-94CD-393E4E6F12BA}" dt="2024-03-05T10:40:30.013" v="0"/>
      <pc:docMkLst>
        <pc:docMk/>
      </pc:docMkLst>
      <pc:sldChg chg="new">
        <pc:chgData name="" userId="" providerId="" clId="Web-{44726CDB-ACD7-4A43-94CD-393E4E6F12BA}" dt="2024-03-05T10:40:30.013" v="0"/>
        <pc:sldMkLst>
          <pc:docMk/>
          <pc:sldMk cId="2550672209" sldId="283"/>
        </pc:sldMkLst>
      </pc:sldChg>
    </pc:docChg>
  </pc:docChgLst>
  <pc:docChgLst>
    <pc:chgData name="maxime touglo" userId="b5285fa812fb8bec" providerId="LiveId" clId="{F6FC6967-D408-490C-A7C1-A88C1C629276}"/>
    <pc:docChg chg="undo redo custSel addSld delSld modSld sldOrd modMainMaster">
      <pc:chgData name="maxime touglo" userId="b5285fa812fb8bec" providerId="LiveId" clId="{F6FC6967-D408-490C-A7C1-A88C1C629276}" dt="2024-03-05T07:30:32.125" v="1484" actId="20577"/>
      <pc:docMkLst>
        <pc:docMk/>
      </pc:docMkLst>
      <pc:sldChg chg="addSp delSp modSp mod modTransition chgLayout">
        <pc:chgData name="maxime touglo" userId="b5285fa812fb8bec" providerId="LiveId" clId="{F6FC6967-D408-490C-A7C1-A88C1C629276}" dt="2024-03-04T16:37:51.866" v="877"/>
        <pc:sldMkLst>
          <pc:docMk/>
          <pc:sldMk cId="3186266509" sldId="256"/>
        </pc:sldMkLst>
        <pc:spChg chg="mod ord">
          <ac:chgData name="maxime touglo" userId="b5285fa812fb8bec" providerId="LiveId" clId="{F6FC6967-D408-490C-A7C1-A88C1C629276}" dt="2024-03-04T16:37:29.215" v="876" actId="6264"/>
          <ac:spMkLst>
            <pc:docMk/>
            <pc:sldMk cId="3186266509" sldId="256"/>
            <ac:spMk id="2" creationId="{249727A1-8FC7-EBDB-DF56-6541799E2262}"/>
          </ac:spMkLst>
        </pc:spChg>
        <pc:spChg chg="del mod">
          <ac:chgData name="maxime touglo" userId="b5285fa812fb8bec" providerId="LiveId" clId="{F6FC6967-D408-490C-A7C1-A88C1C629276}" dt="2024-03-04T16:37:26.336" v="875" actId="6264"/>
          <ac:spMkLst>
            <pc:docMk/>
            <pc:sldMk cId="3186266509" sldId="256"/>
            <ac:spMk id="3" creationId="{29F424A6-F7F2-651D-FE70-8AAE8DAE1894}"/>
          </ac:spMkLst>
        </pc:spChg>
        <pc:spChg chg="add del mod">
          <ac:chgData name="maxime touglo" userId="b5285fa812fb8bec" providerId="LiveId" clId="{F6FC6967-D408-490C-A7C1-A88C1C629276}" dt="2024-03-04T16:37:26.336" v="875" actId="6264"/>
          <ac:spMkLst>
            <pc:docMk/>
            <pc:sldMk cId="3186266509" sldId="256"/>
            <ac:spMk id="4" creationId="{E6740477-A2E2-4C95-2AFE-03B874DCA25B}"/>
          </ac:spMkLst>
        </pc:spChg>
        <pc:spChg chg="add del mod ord">
          <ac:chgData name="maxime touglo" userId="b5285fa812fb8bec" providerId="LiveId" clId="{F6FC6967-D408-490C-A7C1-A88C1C629276}" dt="2024-03-04T16:37:29.215" v="876" actId="6264"/>
          <ac:spMkLst>
            <pc:docMk/>
            <pc:sldMk cId="3186266509" sldId="256"/>
            <ac:spMk id="5" creationId="{040B9C32-4708-F2D7-7DD4-F4506F7639FD}"/>
          </ac:spMkLst>
        </pc:spChg>
        <pc:spChg chg="add del mod">
          <ac:chgData name="maxime touglo" userId="b5285fa812fb8bec" providerId="LiveId" clId="{F6FC6967-D408-490C-A7C1-A88C1C629276}" dt="2024-03-04T16:37:29.215" v="876" actId="6264"/>
          <ac:spMkLst>
            <pc:docMk/>
            <pc:sldMk cId="3186266509" sldId="256"/>
            <ac:spMk id="6" creationId="{1995A86C-5C1F-CC58-7AD9-A103E42883E8}"/>
          </ac:spMkLst>
        </pc:spChg>
        <pc:spChg chg="add mod ord">
          <ac:chgData name="maxime touglo" userId="b5285fa812fb8bec" providerId="LiveId" clId="{F6FC6967-D408-490C-A7C1-A88C1C629276}" dt="2024-03-04T16:37:29.215" v="876" actId="6264"/>
          <ac:spMkLst>
            <pc:docMk/>
            <pc:sldMk cId="3186266509" sldId="256"/>
            <ac:spMk id="7" creationId="{AD70C05F-DBCD-0F8D-F748-89CB5697236F}"/>
          </ac:spMkLst>
        </pc:spChg>
      </pc:sldChg>
      <pc:sldChg chg="modSp mod modTransition">
        <pc:chgData name="maxime touglo" userId="b5285fa812fb8bec" providerId="LiveId" clId="{F6FC6967-D408-490C-A7C1-A88C1C629276}" dt="2024-03-04T16:38:23.226" v="882"/>
        <pc:sldMkLst>
          <pc:docMk/>
          <pc:sldMk cId="1463693720" sldId="257"/>
        </pc:sldMkLst>
        <pc:spChg chg="mod">
          <ac:chgData name="maxime touglo" userId="b5285fa812fb8bec" providerId="LiveId" clId="{F6FC6967-D408-490C-A7C1-A88C1C629276}" dt="2024-03-04T10:40:05.827" v="559" actId="27636"/>
          <ac:spMkLst>
            <pc:docMk/>
            <pc:sldMk cId="1463693720" sldId="257"/>
            <ac:spMk id="2" creationId="{3400BE65-8D29-228A-5D16-905941B39423}"/>
          </ac:spMkLst>
        </pc:spChg>
        <pc:spChg chg="mod">
          <ac:chgData name="maxime touglo" userId="b5285fa812fb8bec" providerId="LiveId" clId="{F6FC6967-D408-490C-A7C1-A88C1C629276}" dt="2024-03-04T10:40:05.827" v="558" actId="27636"/>
          <ac:spMkLst>
            <pc:docMk/>
            <pc:sldMk cId="1463693720" sldId="257"/>
            <ac:spMk id="3" creationId="{BF0B1CC7-A872-8D1E-8221-8E2426A2E423}"/>
          </ac:spMkLst>
        </pc:spChg>
      </pc:sldChg>
      <pc:sldChg chg="modSp mod modTransition">
        <pc:chgData name="maxime touglo" userId="b5285fa812fb8bec" providerId="LiveId" clId="{F6FC6967-D408-490C-A7C1-A88C1C629276}" dt="2024-03-05T07:28:46.469" v="1483" actId="27636"/>
        <pc:sldMkLst>
          <pc:docMk/>
          <pc:sldMk cId="1390710193" sldId="258"/>
        </pc:sldMkLst>
        <pc:spChg chg="mod">
          <ac:chgData name="maxime touglo" userId="b5285fa812fb8bec" providerId="LiveId" clId="{F6FC6967-D408-490C-A7C1-A88C1C629276}" dt="2024-03-04T10:40:05.254" v="555"/>
          <ac:spMkLst>
            <pc:docMk/>
            <pc:sldMk cId="1390710193" sldId="258"/>
            <ac:spMk id="2" creationId="{5FACA522-7F77-4818-2CA8-6010335CC97F}"/>
          </ac:spMkLst>
        </pc:spChg>
        <pc:spChg chg="mod">
          <ac:chgData name="maxime touglo" userId="b5285fa812fb8bec" providerId="LiveId" clId="{F6FC6967-D408-490C-A7C1-A88C1C629276}" dt="2024-03-05T07:28:46.469" v="1483" actId="27636"/>
          <ac:spMkLst>
            <pc:docMk/>
            <pc:sldMk cId="1390710193" sldId="258"/>
            <ac:spMk id="3" creationId="{EE8EFB58-525D-E76A-58CA-516447E489E7}"/>
          </ac:spMkLst>
        </pc:spChg>
      </pc:sldChg>
      <pc:sldChg chg="modSp mod modTransition">
        <pc:chgData name="maxime touglo" userId="b5285fa812fb8bec" providerId="LiveId" clId="{F6FC6967-D408-490C-A7C1-A88C1C629276}" dt="2024-03-04T10:52:03.066" v="861"/>
        <pc:sldMkLst>
          <pc:docMk/>
          <pc:sldMk cId="1604550299" sldId="259"/>
        </pc:sldMkLst>
        <pc:spChg chg="mod">
          <ac:chgData name="maxime touglo" userId="b5285fa812fb8bec" providerId="LiveId" clId="{F6FC6967-D408-490C-A7C1-A88C1C629276}" dt="2024-03-04T10:40:05.254" v="555"/>
          <ac:spMkLst>
            <pc:docMk/>
            <pc:sldMk cId="1604550299" sldId="259"/>
            <ac:spMk id="2" creationId="{2BD6D759-85F4-7081-5B7E-72B8CA14733B}"/>
          </ac:spMkLst>
        </pc:spChg>
        <pc:spChg chg="mod">
          <ac:chgData name="maxime touglo" userId="b5285fa812fb8bec" providerId="LiveId" clId="{F6FC6967-D408-490C-A7C1-A88C1C629276}" dt="2024-03-04T10:40:05.892" v="561" actId="27636"/>
          <ac:spMkLst>
            <pc:docMk/>
            <pc:sldMk cId="1604550299" sldId="259"/>
            <ac:spMk id="3" creationId="{93142465-48C7-4120-381D-E27568D2ED1C}"/>
          </ac:spMkLst>
        </pc:spChg>
      </pc:sldChg>
      <pc:sldChg chg="modSp mod modTransition">
        <pc:chgData name="maxime touglo" userId="b5285fa812fb8bec" providerId="LiveId" clId="{F6FC6967-D408-490C-A7C1-A88C1C629276}" dt="2024-03-04T10:52:14.672" v="863"/>
        <pc:sldMkLst>
          <pc:docMk/>
          <pc:sldMk cId="1938278845" sldId="260"/>
        </pc:sldMkLst>
        <pc:spChg chg="mod">
          <ac:chgData name="maxime touglo" userId="b5285fa812fb8bec" providerId="LiveId" clId="{F6FC6967-D408-490C-A7C1-A88C1C629276}" dt="2024-03-04T10:40:05.901" v="562" actId="27636"/>
          <ac:spMkLst>
            <pc:docMk/>
            <pc:sldMk cId="1938278845" sldId="260"/>
            <ac:spMk id="2" creationId="{0F779E6C-17B4-E648-DBF1-5AF4BDA7CBD8}"/>
          </ac:spMkLst>
        </pc:spChg>
        <pc:spChg chg="mod">
          <ac:chgData name="maxime touglo" userId="b5285fa812fb8bec" providerId="LiveId" clId="{F6FC6967-D408-490C-A7C1-A88C1C629276}" dt="2024-03-04T10:40:05.254" v="555"/>
          <ac:spMkLst>
            <pc:docMk/>
            <pc:sldMk cId="1938278845" sldId="260"/>
            <ac:spMk id="3" creationId="{E8A4333C-CD77-4BAD-E849-42FC18C30B22}"/>
          </ac:spMkLst>
        </pc:spChg>
      </pc:sldChg>
      <pc:sldChg chg="modSp mod modTransition">
        <pc:chgData name="maxime touglo" userId="b5285fa812fb8bec" providerId="LiveId" clId="{F6FC6967-D408-490C-A7C1-A88C1C629276}" dt="2024-03-04T10:52:18.059" v="864"/>
        <pc:sldMkLst>
          <pc:docMk/>
          <pc:sldMk cId="248600229" sldId="261"/>
        </pc:sldMkLst>
        <pc:spChg chg="mod">
          <ac:chgData name="maxime touglo" userId="b5285fa812fb8bec" providerId="LiveId" clId="{F6FC6967-D408-490C-A7C1-A88C1C629276}" dt="2024-03-04T10:40:05.906" v="563" actId="27636"/>
          <ac:spMkLst>
            <pc:docMk/>
            <pc:sldMk cId="248600229" sldId="261"/>
            <ac:spMk id="2" creationId="{A92167B0-8CA8-6372-02FA-85F90CBE7BB1}"/>
          </ac:spMkLst>
        </pc:spChg>
        <pc:spChg chg="mod">
          <ac:chgData name="maxime touglo" userId="b5285fa812fb8bec" providerId="LiveId" clId="{F6FC6967-D408-490C-A7C1-A88C1C629276}" dt="2024-03-04T10:40:05.254" v="555"/>
          <ac:spMkLst>
            <pc:docMk/>
            <pc:sldMk cId="248600229" sldId="261"/>
            <ac:spMk id="3" creationId="{A034CD23-5460-4B7D-DE76-3627A1180CB1}"/>
          </ac:spMkLst>
        </pc:spChg>
      </pc:sldChg>
      <pc:sldChg chg="modSp mod modTransition">
        <pc:chgData name="maxime touglo" userId="b5285fa812fb8bec" providerId="LiveId" clId="{F6FC6967-D408-490C-A7C1-A88C1C629276}" dt="2024-03-04T10:52:41.792" v="868"/>
        <pc:sldMkLst>
          <pc:docMk/>
          <pc:sldMk cId="809366762" sldId="262"/>
        </pc:sldMkLst>
        <pc:spChg chg="mod">
          <ac:chgData name="maxime touglo" userId="b5285fa812fb8bec" providerId="LiveId" clId="{F6FC6967-D408-490C-A7C1-A88C1C629276}" dt="2024-03-04T10:40:05.910" v="564" actId="27636"/>
          <ac:spMkLst>
            <pc:docMk/>
            <pc:sldMk cId="809366762" sldId="262"/>
            <ac:spMk id="2" creationId="{750E02A9-C1CF-3780-611E-1BD25F9687D4}"/>
          </ac:spMkLst>
        </pc:spChg>
        <pc:spChg chg="mod">
          <ac:chgData name="maxime touglo" userId="b5285fa812fb8bec" providerId="LiveId" clId="{F6FC6967-D408-490C-A7C1-A88C1C629276}" dt="2024-03-04T10:40:05.254" v="555"/>
          <ac:spMkLst>
            <pc:docMk/>
            <pc:sldMk cId="809366762" sldId="262"/>
            <ac:spMk id="3" creationId="{BABC4227-84AE-E160-4C2F-7EFBD555334A}"/>
          </ac:spMkLst>
        </pc:spChg>
      </pc:sldChg>
      <pc:sldChg chg="modSp mod modTransition">
        <pc:chgData name="maxime touglo" userId="b5285fa812fb8bec" providerId="LiveId" clId="{F6FC6967-D408-490C-A7C1-A88C1C629276}" dt="2024-03-04T16:50:39.275" v="992" actId="20577"/>
        <pc:sldMkLst>
          <pc:docMk/>
          <pc:sldMk cId="1822217614" sldId="263"/>
        </pc:sldMkLst>
        <pc:spChg chg="mod">
          <ac:chgData name="maxime touglo" userId="b5285fa812fb8bec" providerId="LiveId" clId="{F6FC6967-D408-490C-A7C1-A88C1C629276}" dt="2024-03-04T10:44:09.174" v="575" actId="207"/>
          <ac:spMkLst>
            <pc:docMk/>
            <pc:sldMk cId="1822217614" sldId="263"/>
            <ac:spMk id="2" creationId="{45216382-DDD4-37A1-A703-B7EE2DEF9136}"/>
          </ac:spMkLst>
        </pc:spChg>
        <pc:spChg chg="mod">
          <ac:chgData name="maxime touglo" userId="b5285fa812fb8bec" providerId="LiveId" clId="{F6FC6967-D408-490C-A7C1-A88C1C629276}" dt="2024-03-04T16:50:39.275" v="992" actId="20577"/>
          <ac:spMkLst>
            <pc:docMk/>
            <pc:sldMk cId="1822217614" sldId="263"/>
            <ac:spMk id="3" creationId="{ED3A26EA-37D7-B531-F184-ED7E63778F12}"/>
          </ac:spMkLst>
        </pc:spChg>
      </pc:sldChg>
      <pc:sldChg chg="modSp mod modTransition">
        <pc:chgData name="maxime touglo" userId="b5285fa812fb8bec" providerId="LiveId" clId="{F6FC6967-D408-490C-A7C1-A88C1C629276}" dt="2024-03-05T07:30:32.125" v="1484" actId="20577"/>
        <pc:sldMkLst>
          <pc:docMk/>
          <pc:sldMk cId="3011062092" sldId="264"/>
        </pc:sldMkLst>
        <pc:spChg chg="mod">
          <ac:chgData name="maxime touglo" userId="b5285fa812fb8bec" providerId="LiveId" clId="{F6FC6967-D408-490C-A7C1-A88C1C629276}" dt="2024-03-04T16:52:31.665" v="999" actId="20577"/>
          <ac:spMkLst>
            <pc:docMk/>
            <pc:sldMk cId="3011062092" sldId="264"/>
            <ac:spMk id="2" creationId="{796A8DFF-093A-8A2A-380B-DC34711FD3DC}"/>
          </ac:spMkLst>
        </pc:spChg>
        <pc:spChg chg="mod">
          <ac:chgData name="maxime touglo" userId="b5285fa812fb8bec" providerId="LiveId" clId="{F6FC6967-D408-490C-A7C1-A88C1C629276}" dt="2024-03-05T07:30:32.125" v="1484" actId="20577"/>
          <ac:spMkLst>
            <pc:docMk/>
            <pc:sldMk cId="3011062092" sldId="264"/>
            <ac:spMk id="3" creationId="{C91C4FAB-34D6-3873-8499-6B88B0BBE354}"/>
          </ac:spMkLst>
        </pc:spChg>
      </pc:sldChg>
      <pc:sldChg chg="modSp mod modTransition">
        <pc:chgData name="maxime touglo" userId="b5285fa812fb8bec" providerId="LiveId" clId="{F6FC6967-D408-490C-A7C1-A88C1C629276}" dt="2024-03-04T16:54:37.367" v="1014"/>
        <pc:sldMkLst>
          <pc:docMk/>
          <pc:sldMk cId="1417426681" sldId="265"/>
        </pc:sldMkLst>
        <pc:spChg chg="mod">
          <ac:chgData name="maxime touglo" userId="b5285fa812fb8bec" providerId="LiveId" clId="{F6FC6967-D408-490C-A7C1-A88C1C629276}" dt="2024-03-04T10:41:39.299" v="570" actId="207"/>
          <ac:spMkLst>
            <pc:docMk/>
            <pc:sldMk cId="1417426681" sldId="265"/>
            <ac:spMk id="3" creationId="{86D1E261-DF2C-647B-DFE3-D8A6AEAA4A85}"/>
          </ac:spMkLst>
        </pc:spChg>
      </pc:sldChg>
      <pc:sldChg chg="modSp mod modTransition">
        <pc:chgData name="maxime touglo" userId="b5285fa812fb8bec" providerId="LiveId" clId="{F6FC6967-D408-490C-A7C1-A88C1C629276}" dt="2024-03-04T16:55:27.479" v="1021"/>
        <pc:sldMkLst>
          <pc:docMk/>
          <pc:sldMk cId="1699760206" sldId="266"/>
        </pc:sldMkLst>
        <pc:spChg chg="mod">
          <ac:chgData name="maxime touglo" userId="b5285fa812fb8bec" providerId="LiveId" clId="{F6FC6967-D408-490C-A7C1-A88C1C629276}" dt="2024-03-04T10:29:39.142" v="481" actId="20577"/>
          <ac:spMkLst>
            <pc:docMk/>
            <pc:sldMk cId="1699760206" sldId="266"/>
            <ac:spMk id="5" creationId="{472606EF-D410-DE04-A211-2D25773AA1C8}"/>
          </ac:spMkLst>
        </pc:spChg>
      </pc:sldChg>
      <pc:sldChg chg="modTransition">
        <pc:chgData name="maxime touglo" userId="b5285fa812fb8bec" providerId="LiveId" clId="{F6FC6967-D408-490C-A7C1-A88C1C629276}" dt="2024-03-04T16:55:48.792" v="1023"/>
        <pc:sldMkLst>
          <pc:docMk/>
          <pc:sldMk cId="1708967141" sldId="267"/>
        </pc:sldMkLst>
      </pc:sldChg>
      <pc:sldChg chg="modTransition">
        <pc:chgData name="maxime touglo" userId="b5285fa812fb8bec" providerId="LiveId" clId="{F6FC6967-D408-490C-A7C1-A88C1C629276}" dt="2024-03-04T16:56:04.776" v="1025"/>
        <pc:sldMkLst>
          <pc:docMk/>
          <pc:sldMk cId="177987043" sldId="268"/>
        </pc:sldMkLst>
      </pc:sldChg>
      <pc:sldChg chg="modTransition">
        <pc:chgData name="maxime touglo" userId="b5285fa812fb8bec" providerId="LiveId" clId="{F6FC6967-D408-490C-A7C1-A88C1C629276}" dt="2024-03-04T16:56:24.727" v="1026"/>
        <pc:sldMkLst>
          <pc:docMk/>
          <pc:sldMk cId="2255565274" sldId="269"/>
        </pc:sldMkLst>
      </pc:sldChg>
      <pc:sldChg chg="modSp mod modTransition">
        <pc:chgData name="maxime touglo" userId="b5285fa812fb8bec" providerId="LiveId" clId="{F6FC6967-D408-490C-A7C1-A88C1C629276}" dt="2024-03-04T16:56:40.581" v="1029"/>
        <pc:sldMkLst>
          <pc:docMk/>
          <pc:sldMk cId="1866196153" sldId="270"/>
        </pc:sldMkLst>
        <pc:spChg chg="mod">
          <ac:chgData name="maxime touglo" userId="b5285fa812fb8bec" providerId="LiveId" clId="{F6FC6967-D408-490C-A7C1-A88C1C629276}" dt="2024-03-04T10:41:01.832" v="568" actId="207"/>
          <ac:spMkLst>
            <pc:docMk/>
            <pc:sldMk cId="1866196153" sldId="270"/>
            <ac:spMk id="3" creationId="{A0A68C3A-171A-8AAC-1D6D-3976CDD32F05}"/>
          </ac:spMkLst>
        </pc:spChg>
      </pc:sldChg>
      <pc:sldChg chg="modTransition">
        <pc:chgData name="maxime touglo" userId="b5285fa812fb8bec" providerId="LiveId" clId="{F6FC6967-D408-490C-A7C1-A88C1C629276}" dt="2024-03-04T10:52:56.107" v="870"/>
        <pc:sldMkLst>
          <pc:docMk/>
          <pc:sldMk cId="2529943477" sldId="271"/>
        </pc:sldMkLst>
      </pc:sldChg>
      <pc:sldChg chg="modTransition">
        <pc:chgData name="maxime touglo" userId="b5285fa812fb8bec" providerId="LiveId" clId="{F6FC6967-D408-490C-A7C1-A88C1C629276}" dt="2024-03-04T16:57:25.086" v="1035"/>
        <pc:sldMkLst>
          <pc:docMk/>
          <pc:sldMk cId="1325372356" sldId="272"/>
        </pc:sldMkLst>
      </pc:sldChg>
      <pc:sldChg chg="addSp delSp modSp del mod modClrScheme chgLayout">
        <pc:chgData name="maxime touglo" userId="b5285fa812fb8bec" providerId="LiveId" clId="{F6FC6967-D408-490C-A7C1-A88C1C629276}" dt="2024-03-04T09:56:37.006" v="157" actId="2696"/>
        <pc:sldMkLst>
          <pc:docMk/>
          <pc:sldMk cId="2131794170" sldId="273"/>
        </pc:sldMkLst>
        <pc:spChg chg="del mod ord">
          <ac:chgData name="maxime touglo" userId="b5285fa812fb8bec" providerId="LiveId" clId="{F6FC6967-D408-490C-A7C1-A88C1C629276}" dt="2024-03-04T09:20:08.323" v="13" actId="700"/>
          <ac:spMkLst>
            <pc:docMk/>
            <pc:sldMk cId="2131794170" sldId="273"/>
            <ac:spMk id="6" creationId="{A09DA741-ED49-E76F-1336-6581303DBAC3}"/>
          </ac:spMkLst>
        </pc:spChg>
        <pc:spChg chg="del">
          <ac:chgData name="maxime touglo" userId="b5285fa812fb8bec" providerId="LiveId" clId="{F6FC6967-D408-490C-A7C1-A88C1C629276}" dt="2024-03-04T09:13:05.567" v="9"/>
          <ac:spMkLst>
            <pc:docMk/>
            <pc:sldMk cId="2131794170" sldId="273"/>
            <ac:spMk id="7" creationId="{D80253F4-5F4B-3A99-E72B-152E90D97E6D}"/>
          </ac:spMkLst>
        </pc:spChg>
        <pc:spChg chg="del">
          <ac:chgData name="maxime touglo" userId="b5285fa812fb8bec" providerId="LiveId" clId="{F6FC6967-D408-490C-A7C1-A88C1C629276}" dt="2024-03-04T09:13:14.285" v="11"/>
          <ac:spMkLst>
            <pc:docMk/>
            <pc:sldMk cId="2131794170" sldId="273"/>
            <ac:spMk id="8" creationId="{A66DF7BA-FEEC-F0BD-0457-9B2EF81CD6EC}"/>
          </ac:spMkLst>
        </pc:spChg>
        <pc:spChg chg="add del mod">
          <ac:chgData name="maxime touglo" userId="b5285fa812fb8bec" providerId="LiveId" clId="{F6FC6967-D408-490C-A7C1-A88C1C629276}" dt="2024-03-04T09:13:09.813" v="10"/>
          <ac:spMkLst>
            <pc:docMk/>
            <pc:sldMk cId="2131794170" sldId="273"/>
            <ac:spMk id="9" creationId="{0ED23F50-1FDF-201D-0681-A850F335CFDA}"/>
          </ac:spMkLst>
        </pc:spChg>
        <pc:spChg chg="add del mod">
          <ac:chgData name="maxime touglo" userId="b5285fa812fb8bec" providerId="LiveId" clId="{F6FC6967-D408-490C-A7C1-A88C1C629276}" dt="2024-03-04T09:20:08.323" v="13" actId="700"/>
          <ac:spMkLst>
            <pc:docMk/>
            <pc:sldMk cId="2131794170" sldId="273"/>
            <ac:spMk id="10" creationId="{B43FCF97-3F87-5028-9526-300AFC94BDD4}"/>
          </ac:spMkLst>
        </pc:spChg>
        <pc:spChg chg="add del mod">
          <ac:chgData name="maxime touglo" userId="b5285fa812fb8bec" providerId="LiveId" clId="{F6FC6967-D408-490C-A7C1-A88C1C629276}" dt="2024-03-04T09:13:19.736" v="12"/>
          <ac:spMkLst>
            <pc:docMk/>
            <pc:sldMk cId="2131794170" sldId="273"/>
            <ac:spMk id="11" creationId="{6D0E2809-B405-7C37-0539-09506422E1AB}"/>
          </ac:spMkLst>
        </pc:spChg>
        <pc:spChg chg="add del mod ord">
          <ac:chgData name="maxime touglo" userId="b5285fa812fb8bec" providerId="LiveId" clId="{F6FC6967-D408-490C-A7C1-A88C1C629276}" dt="2024-03-04T09:20:08.323" v="13" actId="700"/>
          <ac:spMkLst>
            <pc:docMk/>
            <pc:sldMk cId="2131794170" sldId="273"/>
            <ac:spMk id="12" creationId="{B4D8A207-FF4A-5EE2-A10B-FFE04A689527}"/>
          </ac:spMkLst>
        </pc:spChg>
        <pc:spChg chg="add del mod ord">
          <ac:chgData name="maxime touglo" userId="b5285fa812fb8bec" providerId="LiveId" clId="{F6FC6967-D408-490C-A7C1-A88C1C629276}" dt="2024-03-04T09:20:21.768" v="14" actId="700"/>
          <ac:spMkLst>
            <pc:docMk/>
            <pc:sldMk cId="2131794170" sldId="273"/>
            <ac:spMk id="13" creationId="{FFC24FF4-AB91-8472-CEB3-E809424D87A6}"/>
          </ac:spMkLst>
        </pc:spChg>
        <pc:spChg chg="add del mod ord">
          <ac:chgData name="maxime touglo" userId="b5285fa812fb8bec" providerId="LiveId" clId="{F6FC6967-D408-490C-A7C1-A88C1C629276}" dt="2024-03-04T09:20:21.768" v="14" actId="700"/>
          <ac:spMkLst>
            <pc:docMk/>
            <pc:sldMk cId="2131794170" sldId="273"/>
            <ac:spMk id="14" creationId="{EA5A3C8E-D040-F8ED-1E35-72F3DB228FC3}"/>
          </ac:spMkLst>
        </pc:spChg>
        <pc:spChg chg="add mod ord">
          <ac:chgData name="maxime touglo" userId="b5285fa812fb8bec" providerId="LiveId" clId="{F6FC6967-D408-490C-A7C1-A88C1C629276}" dt="2024-03-04T09:21:08.924" v="40" actId="20577"/>
          <ac:spMkLst>
            <pc:docMk/>
            <pc:sldMk cId="2131794170" sldId="273"/>
            <ac:spMk id="15" creationId="{9B0DBFF4-A736-4BCE-AED1-83B005AD2781}"/>
          </ac:spMkLst>
        </pc:spChg>
        <pc:spChg chg="add mod ord">
          <ac:chgData name="maxime touglo" userId="b5285fa812fb8bec" providerId="LiveId" clId="{F6FC6967-D408-490C-A7C1-A88C1C629276}" dt="2024-03-04T09:21:45.033" v="46" actId="255"/>
          <ac:spMkLst>
            <pc:docMk/>
            <pc:sldMk cId="2131794170" sldId="273"/>
            <ac:spMk id="16" creationId="{DF922C0B-1BB3-6DB7-AFB2-60F7EDF25DF9}"/>
          </ac:spMkLst>
        </pc:spChg>
      </pc:sldChg>
      <pc:sldChg chg="add del">
        <pc:chgData name="maxime touglo" userId="b5285fa812fb8bec" providerId="LiveId" clId="{F6FC6967-D408-490C-A7C1-A88C1C629276}" dt="2024-03-04T09:57:34.843" v="163" actId="2696"/>
        <pc:sldMkLst>
          <pc:docMk/>
          <pc:sldMk cId="4219831256" sldId="273"/>
        </pc:sldMkLst>
      </pc:sldChg>
      <pc:sldChg chg="addSp delSp modSp new mod modTransition">
        <pc:chgData name="maxime touglo" userId="b5285fa812fb8bec" providerId="LiveId" clId="{F6FC6967-D408-490C-A7C1-A88C1C629276}" dt="2024-03-04T16:57:51.257" v="1038"/>
        <pc:sldMkLst>
          <pc:docMk/>
          <pc:sldMk cId="1837197168" sldId="274"/>
        </pc:sldMkLst>
        <pc:spChg chg="add del">
          <ac:chgData name="maxime touglo" userId="b5285fa812fb8bec" providerId="LiveId" clId="{F6FC6967-D408-490C-A7C1-A88C1C629276}" dt="2024-03-04T09:42:08.592" v="144" actId="22"/>
          <ac:spMkLst>
            <pc:docMk/>
            <pc:sldMk cId="1837197168" sldId="274"/>
            <ac:spMk id="3" creationId="{84808833-7A6F-1CCA-D7A8-7A5A22CE90A9}"/>
          </ac:spMkLst>
        </pc:spChg>
        <pc:spChg chg="add mod">
          <ac:chgData name="maxime touglo" userId="b5285fa812fb8bec" providerId="LiveId" clId="{F6FC6967-D408-490C-A7C1-A88C1C629276}" dt="2024-03-04T09:42:42.078" v="150" actId="14100"/>
          <ac:spMkLst>
            <pc:docMk/>
            <pc:sldMk cId="1837197168" sldId="274"/>
            <ac:spMk id="5" creationId="{0D6EC3B1-85C7-46A9-8143-242561B41DDB}"/>
          </ac:spMkLst>
        </pc:spChg>
      </pc:sldChg>
      <pc:sldChg chg="addSp delSp modSp new mod modTransition">
        <pc:chgData name="maxime touglo" userId="b5285fa812fb8bec" providerId="LiveId" clId="{F6FC6967-D408-490C-A7C1-A88C1C629276}" dt="2024-03-04T16:58:29.576" v="1045"/>
        <pc:sldMkLst>
          <pc:docMk/>
          <pc:sldMk cId="114665062" sldId="275"/>
        </pc:sldMkLst>
        <pc:spChg chg="mod">
          <ac:chgData name="maxime touglo" userId="b5285fa812fb8bec" providerId="LiveId" clId="{F6FC6967-D408-490C-A7C1-A88C1C629276}" dt="2024-03-04T10:40:05.254" v="555"/>
          <ac:spMkLst>
            <pc:docMk/>
            <pc:sldMk cId="114665062" sldId="275"/>
            <ac:spMk id="2" creationId="{2535E013-62E0-AAC3-0211-0444EC2682B7}"/>
          </ac:spMkLst>
        </pc:spChg>
        <pc:spChg chg="del">
          <ac:chgData name="maxime touglo" userId="b5285fa812fb8bec" providerId="LiveId" clId="{F6FC6967-D408-490C-A7C1-A88C1C629276}" dt="2024-03-04T09:49:17.335" v="152"/>
          <ac:spMkLst>
            <pc:docMk/>
            <pc:sldMk cId="114665062" sldId="275"/>
            <ac:spMk id="3" creationId="{52F04DDB-C719-F4B8-C4B0-E69E5098FDA4}"/>
          </ac:spMkLst>
        </pc:spChg>
        <pc:spChg chg="add mod">
          <ac:chgData name="maxime touglo" userId="b5285fa812fb8bec" providerId="LiveId" clId="{F6FC6967-D408-490C-A7C1-A88C1C629276}" dt="2024-03-04T10:40:05.254" v="555"/>
          <ac:spMkLst>
            <pc:docMk/>
            <pc:sldMk cId="114665062" sldId="275"/>
            <ac:spMk id="4" creationId="{D0B4B7C4-9AD6-2F7F-0688-5A160C026135}"/>
          </ac:spMkLst>
        </pc:spChg>
        <pc:picChg chg="add mod">
          <ac:chgData name="maxime touglo" userId="b5285fa812fb8bec" providerId="LiveId" clId="{F6FC6967-D408-490C-A7C1-A88C1C629276}" dt="2024-03-04T09:49:41.618" v="154" actId="14100"/>
          <ac:picMkLst>
            <pc:docMk/>
            <pc:sldMk cId="114665062" sldId="275"/>
            <ac:picMk id="5" creationId="{9225B5ED-DC1C-0544-CD78-81D51AEE8284}"/>
          </ac:picMkLst>
        </pc:picChg>
      </pc:sldChg>
      <pc:sldChg chg="add del">
        <pc:chgData name="maxime touglo" userId="b5285fa812fb8bec" providerId="LiveId" clId="{F6FC6967-D408-490C-A7C1-A88C1C629276}" dt="2024-03-04T09:56:27.855" v="156" actId="2696"/>
        <pc:sldMkLst>
          <pc:docMk/>
          <pc:sldMk cId="82688591" sldId="276"/>
        </pc:sldMkLst>
      </pc:sldChg>
      <pc:sldChg chg="new del">
        <pc:chgData name="maxime touglo" userId="b5285fa812fb8bec" providerId="LiveId" clId="{F6FC6967-D408-490C-A7C1-A88C1C629276}" dt="2024-03-04T09:57:23.895" v="162" actId="2696"/>
        <pc:sldMkLst>
          <pc:docMk/>
          <pc:sldMk cId="2578208540" sldId="276"/>
        </pc:sldMkLst>
      </pc:sldChg>
      <pc:sldChg chg="addSp delSp modSp new mod modTransition">
        <pc:chgData name="maxime touglo" userId="b5285fa812fb8bec" providerId="LiveId" clId="{F6FC6967-D408-490C-A7C1-A88C1C629276}" dt="2024-03-04T16:59:04.689" v="1046"/>
        <pc:sldMkLst>
          <pc:docMk/>
          <pc:sldMk cId="3046522706" sldId="277"/>
        </pc:sldMkLst>
        <pc:spChg chg="mod">
          <ac:chgData name="maxime touglo" userId="b5285fa812fb8bec" providerId="LiveId" clId="{F6FC6967-D408-490C-A7C1-A88C1C629276}" dt="2024-03-04T10:44:40.468" v="577" actId="207"/>
          <ac:spMkLst>
            <pc:docMk/>
            <pc:sldMk cId="3046522706" sldId="277"/>
            <ac:spMk id="2" creationId="{D9927490-4A36-5E64-1D9D-AED0157C6DDE}"/>
          </ac:spMkLst>
        </pc:spChg>
        <pc:spChg chg="del">
          <ac:chgData name="maxime touglo" userId="b5285fa812fb8bec" providerId="LiveId" clId="{F6FC6967-D408-490C-A7C1-A88C1C629276}" dt="2024-03-04T09:58:24.413" v="164"/>
          <ac:spMkLst>
            <pc:docMk/>
            <pc:sldMk cId="3046522706" sldId="277"/>
            <ac:spMk id="3" creationId="{9E854365-85A4-475E-EB69-7C204780F219}"/>
          </ac:spMkLst>
        </pc:spChg>
        <pc:spChg chg="add del mod">
          <ac:chgData name="maxime touglo" userId="b5285fa812fb8bec" providerId="LiveId" clId="{F6FC6967-D408-490C-A7C1-A88C1C629276}" dt="2024-03-04T10:06:52.834" v="189" actId="21"/>
          <ac:spMkLst>
            <pc:docMk/>
            <pc:sldMk cId="3046522706" sldId="277"/>
            <ac:spMk id="7" creationId="{9B5C155A-FE17-5681-2DE9-83075AF33196}"/>
          </ac:spMkLst>
        </pc:spChg>
        <pc:spChg chg="add del mod">
          <ac:chgData name="maxime touglo" userId="b5285fa812fb8bec" providerId="LiveId" clId="{F6FC6967-D408-490C-A7C1-A88C1C629276}" dt="2024-03-04T10:08:26.436" v="195" actId="21"/>
          <ac:spMkLst>
            <pc:docMk/>
            <pc:sldMk cId="3046522706" sldId="277"/>
            <ac:spMk id="9" creationId="{2F80FF5B-B20F-224F-9691-2655F6EFE97E}"/>
          </ac:spMkLst>
        </pc:spChg>
        <pc:spChg chg="add del mod">
          <ac:chgData name="maxime touglo" userId="b5285fa812fb8bec" providerId="LiveId" clId="{F6FC6967-D408-490C-A7C1-A88C1C629276}" dt="2024-03-04T10:11:06.160" v="371" actId="478"/>
          <ac:spMkLst>
            <pc:docMk/>
            <pc:sldMk cId="3046522706" sldId="277"/>
            <ac:spMk id="11" creationId="{2A3D31F3-0D42-0679-0C32-1DC339124915}"/>
          </ac:spMkLst>
        </pc:spChg>
        <pc:picChg chg="add del mod">
          <ac:chgData name="maxime touglo" userId="b5285fa812fb8bec" providerId="LiveId" clId="{F6FC6967-D408-490C-A7C1-A88C1C629276}" dt="2024-03-04T10:08:37.564" v="197" actId="21"/>
          <ac:picMkLst>
            <pc:docMk/>
            <pc:sldMk cId="3046522706" sldId="277"/>
            <ac:picMk id="5" creationId="{3D715772-FC41-3DD9-82F5-37DE2B048D61}"/>
          </ac:picMkLst>
        </pc:picChg>
        <pc:picChg chg="add mod">
          <ac:chgData name="maxime touglo" userId="b5285fa812fb8bec" providerId="LiveId" clId="{F6FC6967-D408-490C-A7C1-A88C1C629276}" dt="2024-03-04T10:12:48.973" v="442" actId="1076"/>
          <ac:picMkLst>
            <pc:docMk/>
            <pc:sldMk cId="3046522706" sldId="277"/>
            <ac:picMk id="3074" creationId="{F20AEBAF-F9AB-C155-D4F4-B6389BEB3184}"/>
          </ac:picMkLst>
        </pc:picChg>
      </pc:sldChg>
      <pc:sldChg chg="modSp add mod modTransition setBg">
        <pc:chgData name="maxime touglo" userId="b5285fa812fb8bec" providerId="LiveId" clId="{F6FC6967-D408-490C-A7C1-A88C1C629276}" dt="2024-03-05T05:36:31.455" v="1456" actId="27636"/>
        <pc:sldMkLst>
          <pc:docMk/>
          <pc:sldMk cId="3771023457" sldId="278"/>
        </pc:sldMkLst>
        <pc:spChg chg="mod">
          <ac:chgData name="maxime touglo" userId="b5285fa812fb8bec" providerId="LiveId" clId="{F6FC6967-D408-490C-A7C1-A88C1C629276}" dt="2024-03-04T10:44:52.282" v="578" actId="207"/>
          <ac:spMkLst>
            <pc:docMk/>
            <pc:sldMk cId="3771023457" sldId="278"/>
            <ac:spMk id="15" creationId="{D43E577E-9E27-2BAC-BDC6-0EDEBCC4EDEE}"/>
          </ac:spMkLst>
        </pc:spChg>
        <pc:spChg chg="mod">
          <ac:chgData name="maxime touglo" userId="b5285fa812fb8bec" providerId="LiveId" clId="{F6FC6967-D408-490C-A7C1-A88C1C629276}" dt="2024-03-05T05:36:31.455" v="1456" actId="27636"/>
          <ac:spMkLst>
            <pc:docMk/>
            <pc:sldMk cId="3771023457" sldId="278"/>
            <ac:spMk id="16" creationId="{90647534-4F1A-4341-1657-646060DA6925}"/>
          </ac:spMkLst>
        </pc:spChg>
      </pc:sldChg>
      <pc:sldChg chg="addSp delSp modSp new mod ord modTransition modClrScheme chgLayout">
        <pc:chgData name="maxime touglo" userId="b5285fa812fb8bec" providerId="LiveId" clId="{F6FC6967-D408-490C-A7C1-A88C1C629276}" dt="2024-03-05T07:18:46.151" v="1470"/>
        <pc:sldMkLst>
          <pc:docMk/>
          <pc:sldMk cId="113798137" sldId="279"/>
        </pc:sldMkLst>
        <pc:spChg chg="del">
          <ac:chgData name="maxime touglo" userId="b5285fa812fb8bec" providerId="LiveId" clId="{F6FC6967-D408-490C-A7C1-A88C1C629276}" dt="2024-03-04T10:15:15.221" v="444" actId="700"/>
          <ac:spMkLst>
            <pc:docMk/>
            <pc:sldMk cId="113798137" sldId="279"/>
            <ac:spMk id="2" creationId="{867F3938-E4B8-6010-1E7E-5E8BA9D359A0}"/>
          </ac:spMkLst>
        </pc:spChg>
        <pc:spChg chg="del">
          <ac:chgData name="maxime touglo" userId="b5285fa812fb8bec" providerId="LiveId" clId="{F6FC6967-D408-490C-A7C1-A88C1C629276}" dt="2024-03-04T10:15:15.221" v="444" actId="700"/>
          <ac:spMkLst>
            <pc:docMk/>
            <pc:sldMk cId="113798137" sldId="279"/>
            <ac:spMk id="3" creationId="{D84EA6F6-1042-C9C2-BD6D-D755171E5FF7}"/>
          </ac:spMkLst>
        </pc:spChg>
        <pc:picChg chg="add mod">
          <ac:chgData name="maxime touglo" userId="b5285fa812fb8bec" providerId="LiveId" clId="{F6FC6967-D408-490C-A7C1-A88C1C629276}" dt="2024-03-04T10:15:17.878" v="445"/>
          <ac:picMkLst>
            <pc:docMk/>
            <pc:sldMk cId="113798137" sldId="279"/>
            <ac:picMk id="5" creationId="{FA5A1E8B-4A3F-D188-0EB7-97A0CA8CDCA4}"/>
          </ac:picMkLst>
        </pc:picChg>
      </pc:sldChg>
      <pc:sldChg chg="addSp delSp new del mod modClrScheme chgLayout">
        <pc:chgData name="maxime touglo" userId="b5285fa812fb8bec" providerId="LiveId" clId="{F6FC6967-D408-490C-A7C1-A88C1C629276}" dt="2024-03-04T10:25:13.099" v="451" actId="2696"/>
        <pc:sldMkLst>
          <pc:docMk/>
          <pc:sldMk cId="574743873" sldId="280"/>
        </pc:sldMkLst>
        <pc:spChg chg="del">
          <ac:chgData name="maxime touglo" userId="b5285fa812fb8bec" providerId="LiveId" clId="{F6FC6967-D408-490C-A7C1-A88C1C629276}" dt="2024-03-04T10:24:25.313" v="449" actId="700"/>
          <ac:spMkLst>
            <pc:docMk/>
            <pc:sldMk cId="574743873" sldId="280"/>
            <ac:spMk id="2" creationId="{D5D298A9-F8A8-9F46-FC74-9C3D9D2E3301}"/>
          </ac:spMkLst>
        </pc:spChg>
        <pc:spChg chg="del">
          <ac:chgData name="maxime touglo" userId="b5285fa812fb8bec" providerId="LiveId" clId="{F6FC6967-D408-490C-A7C1-A88C1C629276}" dt="2024-03-04T10:24:25.313" v="449" actId="700"/>
          <ac:spMkLst>
            <pc:docMk/>
            <pc:sldMk cId="574743873" sldId="280"/>
            <ac:spMk id="3" creationId="{B72F17D9-7F68-C9B2-5F17-66E980C6E8BD}"/>
          </ac:spMkLst>
        </pc:spChg>
        <pc:picChg chg="add">
          <ac:chgData name="maxime touglo" userId="b5285fa812fb8bec" providerId="LiveId" clId="{F6FC6967-D408-490C-A7C1-A88C1C629276}" dt="2024-03-04T10:24:31.199" v="450"/>
          <ac:picMkLst>
            <pc:docMk/>
            <pc:sldMk cId="574743873" sldId="280"/>
            <ac:picMk id="6146" creationId="{443B3B52-1F57-F976-47F5-0D58CD74DECE}"/>
          </ac:picMkLst>
        </pc:picChg>
      </pc:sldChg>
      <pc:sldChg chg="addSp delSp modSp new mod ord modTransition modClrScheme chgLayout">
        <pc:chgData name="maxime touglo" userId="b5285fa812fb8bec" providerId="LiveId" clId="{F6FC6967-D408-490C-A7C1-A88C1C629276}" dt="2024-03-04T10:52:48.093" v="869"/>
        <pc:sldMkLst>
          <pc:docMk/>
          <pc:sldMk cId="777694625" sldId="280"/>
        </pc:sldMkLst>
        <pc:spChg chg="del">
          <ac:chgData name="maxime touglo" userId="b5285fa812fb8bec" providerId="LiveId" clId="{F6FC6967-D408-490C-A7C1-A88C1C629276}" dt="2024-03-04T10:25:31.147" v="453" actId="700"/>
          <ac:spMkLst>
            <pc:docMk/>
            <pc:sldMk cId="777694625" sldId="280"/>
            <ac:spMk id="2" creationId="{4E2FB36A-39A5-4E56-961D-06BC5095B67B}"/>
          </ac:spMkLst>
        </pc:spChg>
        <pc:spChg chg="del">
          <ac:chgData name="maxime touglo" userId="b5285fa812fb8bec" providerId="LiveId" clId="{F6FC6967-D408-490C-A7C1-A88C1C629276}" dt="2024-03-04T10:25:31.147" v="453" actId="700"/>
          <ac:spMkLst>
            <pc:docMk/>
            <pc:sldMk cId="777694625" sldId="280"/>
            <ac:spMk id="3" creationId="{C6231C92-8BC7-8C33-283C-37DDDA207018}"/>
          </ac:spMkLst>
        </pc:spChg>
        <pc:picChg chg="add mod">
          <ac:chgData name="maxime touglo" userId="b5285fa812fb8bec" providerId="LiveId" clId="{F6FC6967-D408-490C-A7C1-A88C1C629276}" dt="2024-03-04T10:26:52.419" v="463" actId="14100"/>
          <ac:picMkLst>
            <pc:docMk/>
            <pc:sldMk cId="777694625" sldId="280"/>
            <ac:picMk id="7170" creationId="{DD782626-2C66-D05A-7845-F2661E75A39B}"/>
          </ac:picMkLst>
        </pc:picChg>
      </pc:sldChg>
      <pc:sldChg chg="modSp new mod">
        <pc:chgData name="maxime touglo" userId="b5285fa812fb8bec" providerId="LiveId" clId="{F6FC6967-D408-490C-A7C1-A88C1C629276}" dt="2024-03-05T05:34:19.407" v="1412" actId="20577"/>
        <pc:sldMkLst>
          <pc:docMk/>
          <pc:sldMk cId="2301691731" sldId="281"/>
        </pc:sldMkLst>
        <pc:spChg chg="mod">
          <ac:chgData name="maxime touglo" userId="b5285fa812fb8bec" providerId="LiveId" clId="{F6FC6967-D408-490C-A7C1-A88C1C629276}" dt="2024-03-05T05:21:41.388" v="1078" actId="255"/>
          <ac:spMkLst>
            <pc:docMk/>
            <pc:sldMk cId="2301691731" sldId="281"/>
            <ac:spMk id="2" creationId="{6059B4AB-1525-BFAF-6A2F-8E7E4B7BDA10}"/>
          </ac:spMkLst>
        </pc:spChg>
        <pc:spChg chg="mod">
          <ac:chgData name="maxime touglo" userId="b5285fa812fb8bec" providerId="LiveId" clId="{F6FC6967-D408-490C-A7C1-A88C1C629276}" dt="2024-03-05T05:34:19.407" v="1412" actId="20577"/>
          <ac:spMkLst>
            <pc:docMk/>
            <pc:sldMk cId="2301691731" sldId="281"/>
            <ac:spMk id="3" creationId="{1BD0A21F-2E33-E8AA-5C34-708E52A727EC}"/>
          </ac:spMkLst>
        </pc:spChg>
      </pc:sldChg>
      <pc:sldChg chg="addSp delSp modSp new mod modClrScheme chgLayout">
        <pc:chgData name="maxime touglo" userId="b5285fa812fb8bec" providerId="LiveId" clId="{F6FC6967-D408-490C-A7C1-A88C1C629276}" dt="2024-03-05T05:37:44.723" v="1466" actId="14100"/>
        <pc:sldMkLst>
          <pc:docMk/>
          <pc:sldMk cId="3692083316" sldId="282"/>
        </pc:sldMkLst>
        <pc:spChg chg="del">
          <ac:chgData name="maxime touglo" userId="b5285fa812fb8bec" providerId="LiveId" clId="{F6FC6967-D408-490C-A7C1-A88C1C629276}" dt="2024-03-05T05:34:50.467" v="1414" actId="700"/>
          <ac:spMkLst>
            <pc:docMk/>
            <pc:sldMk cId="3692083316" sldId="282"/>
            <ac:spMk id="2" creationId="{FAD34B2B-2521-7761-84C1-27628C182BB3}"/>
          </ac:spMkLst>
        </pc:spChg>
        <pc:spChg chg="del">
          <ac:chgData name="maxime touglo" userId="b5285fa812fb8bec" providerId="LiveId" clId="{F6FC6967-D408-490C-A7C1-A88C1C629276}" dt="2024-03-05T05:34:50.467" v="1414" actId="700"/>
          <ac:spMkLst>
            <pc:docMk/>
            <pc:sldMk cId="3692083316" sldId="282"/>
            <ac:spMk id="3" creationId="{A28680E6-9069-54E1-BD1F-1AD5ECD7B6EA}"/>
          </ac:spMkLst>
        </pc:spChg>
        <pc:spChg chg="add del">
          <ac:chgData name="maxime touglo" userId="b5285fa812fb8bec" providerId="LiveId" clId="{F6FC6967-D408-490C-A7C1-A88C1C629276}" dt="2024-03-05T05:36:44.864" v="1458" actId="22"/>
          <ac:spMkLst>
            <pc:docMk/>
            <pc:sldMk cId="3692083316" sldId="282"/>
            <ac:spMk id="5" creationId="{C12F1AA1-7C80-60A9-015B-8F4DFF58E7F7}"/>
          </ac:spMkLst>
        </pc:spChg>
        <pc:spChg chg="add mod">
          <ac:chgData name="maxime touglo" userId="b5285fa812fb8bec" providerId="LiveId" clId="{F6FC6967-D408-490C-A7C1-A88C1C629276}" dt="2024-03-05T05:37:44.723" v="1466" actId="14100"/>
          <ac:spMkLst>
            <pc:docMk/>
            <pc:sldMk cId="3692083316" sldId="282"/>
            <ac:spMk id="7" creationId="{08386848-D72A-95D7-32EC-7BB7E1EEA23D}"/>
          </ac:spMkLst>
        </pc:spChg>
      </pc:sldChg>
      <pc:sldChg chg="modSp new del mod">
        <pc:chgData name="maxime touglo" userId="b5285fa812fb8bec" providerId="LiveId" clId="{F6FC6967-D408-490C-A7C1-A88C1C629276}" dt="2024-03-05T07:26:59.948" v="1479" actId="2696"/>
        <pc:sldMkLst>
          <pc:docMk/>
          <pc:sldMk cId="3376339376" sldId="283"/>
        </pc:sldMkLst>
        <pc:spChg chg="mod">
          <ac:chgData name="maxime touglo" userId="b5285fa812fb8bec" providerId="LiveId" clId="{F6FC6967-D408-490C-A7C1-A88C1C629276}" dt="2024-03-05T07:24:04.310" v="1472"/>
          <ac:spMkLst>
            <pc:docMk/>
            <pc:sldMk cId="3376339376" sldId="283"/>
            <ac:spMk id="2" creationId="{556015D1-B542-3FA0-A160-3D5B84F42E80}"/>
          </ac:spMkLst>
        </pc:spChg>
        <pc:spChg chg="mod">
          <ac:chgData name="maxime touglo" userId="b5285fa812fb8bec" providerId="LiveId" clId="{F6FC6967-D408-490C-A7C1-A88C1C629276}" dt="2024-03-05T07:26:02.638" v="1478" actId="27636"/>
          <ac:spMkLst>
            <pc:docMk/>
            <pc:sldMk cId="3376339376" sldId="283"/>
            <ac:spMk id="3" creationId="{0016E06B-9D26-9F43-A801-AED716A592DD}"/>
          </ac:spMkLst>
        </pc:spChg>
      </pc:sldChg>
      <pc:sldMasterChg chg="modSldLayout">
        <pc:chgData name="maxime touglo" userId="b5285fa812fb8bec" providerId="LiveId" clId="{F6FC6967-D408-490C-A7C1-A88C1C629276}" dt="2024-03-04T10:37:17.321" v="514"/>
        <pc:sldMasterMkLst>
          <pc:docMk/>
          <pc:sldMasterMk cId="3081332315" sldId="2147483833"/>
        </pc:sldMasterMkLst>
        <pc:sldLayoutChg chg="delSp">
          <pc:chgData name="maxime touglo" userId="b5285fa812fb8bec" providerId="LiveId" clId="{F6FC6967-D408-490C-A7C1-A88C1C629276}" dt="2024-03-04T10:37:17.321" v="514"/>
          <pc:sldLayoutMkLst>
            <pc:docMk/>
            <pc:sldMasterMk cId="3081332315" sldId="2147483833"/>
            <pc:sldLayoutMk cId="1532579742" sldId="2147483851"/>
          </pc:sldLayoutMkLst>
          <pc:cxnChg chg="del">
            <ac:chgData name="maxime touglo" userId="b5285fa812fb8bec" providerId="LiveId" clId="{F6FC6967-D408-490C-A7C1-A88C1C629276}" dt="2024-03-04T10:37:17.321" v="514"/>
            <ac:cxnSpMkLst>
              <pc:docMk/>
              <pc:sldMasterMk cId="3081332315" sldId="2147483833"/>
              <pc:sldLayoutMk cId="1532579742" sldId="2147483851"/>
              <ac:cxnSpMk id="7" creationId="{00000000-0000-0000-0000-000000000000}"/>
            </ac:cxnSpMkLst>
          </pc:cxnChg>
        </pc:sldLayoutChg>
      </pc:sldMasterChg>
      <pc:sldMasterChg chg="modSldLayout">
        <pc:chgData name="maxime touglo" userId="b5285fa812fb8bec" providerId="LiveId" clId="{F6FC6967-D408-490C-A7C1-A88C1C629276}" dt="2024-03-04T10:37:53.782" v="533"/>
        <pc:sldMasterMkLst>
          <pc:docMk/>
          <pc:sldMasterMk cId="1542593455" sldId="2147483864"/>
        </pc:sldMasterMkLst>
        <pc:sldLayoutChg chg="delSp">
          <pc:chgData name="maxime touglo" userId="b5285fa812fb8bec" providerId="LiveId" clId="{F6FC6967-D408-490C-A7C1-A88C1C629276}" dt="2024-03-04T10:37:53.782" v="533"/>
          <pc:sldLayoutMkLst>
            <pc:docMk/>
            <pc:sldMasterMk cId="1542593455" sldId="2147483864"/>
            <pc:sldLayoutMk cId="204287506" sldId="2147483882"/>
          </pc:sldLayoutMkLst>
          <pc:cxnChg chg="del">
            <ac:chgData name="maxime touglo" userId="b5285fa812fb8bec" providerId="LiveId" clId="{F6FC6967-D408-490C-A7C1-A88C1C629276}" dt="2024-03-04T10:37:53.782" v="533"/>
            <ac:cxnSpMkLst>
              <pc:docMk/>
              <pc:sldMasterMk cId="1542593455" sldId="2147483864"/>
              <pc:sldLayoutMk cId="204287506" sldId="2147483882"/>
              <ac:cxnSpMk id="33" creationId="{00000000-0000-0000-0000-000000000000}"/>
            </ac:cxnSpMkLst>
          </pc:cxnChg>
        </pc:sldLayoutChg>
      </pc:sldMasterChg>
      <pc:sldMasterChg chg="modSldLayout">
        <pc:chgData name="maxime touglo" userId="b5285fa812fb8bec" providerId="LiveId" clId="{F6FC6967-D408-490C-A7C1-A88C1C629276}" dt="2024-03-04T10:39:11.988" v="547"/>
        <pc:sldMasterMkLst>
          <pc:docMk/>
          <pc:sldMasterMk cId="149707978" sldId="2147483920"/>
        </pc:sldMasterMkLst>
        <pc:sldLayoutChg chg="delSp">
          <pc:chgData name="maxime touglo" userId="b5285fa812fb8bec" providerId="LiveId" clId="{F6FC6967-D408-490C-A7C1-A88C1C629276}" dt="2024-03-04T10:39:11.988" v="547"/>
          <pc:sldLayoutMkLst>
            <pc:docMk/>
            <pc:sldMasterMk cId="149707978" sldId="2147483920"/>
            <pc:sldLayoutMk cId="2154783350" sldId="2147483938"/>
          </pc:sldLayoutMkLst>
          <pc:picChg chg="del">
            <ac:chgData name="maxime touglo" userId="b5285fa812fb8bec" providerId="LiveId" clId="{F6FC6967-D408-490C-A7C1-A88C1C629276}" dt="2024-03-04T10:39:11.988" v="547"/>
            <ac:picMkLst>
              <pc:docMk/>
              <pc:sldMasterMk cId="149707978" sldId="2147483920"/>
              <pc:sldLayoutMk cId="2154783350" sldId="2147483938"/>
              <ac:picMk id="7" creationId="{00000000-0000-0000-0000-000000000000}"/>
            </ac:picMkLst>
          </pc:pic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a:xfrm>
            <a:off x="7077511" y="5410201"/>
            <a:ext cx="2743200" cy="365125"/>
          </a:xfrm>
        </p:spPr>
        <p:txBody>
          <a:bodyPr/>
          <a:lstStyle/>
          <a:p>
            <a:fld id="{BDDB5308-E4F7-43EA-BB86-9D71B5321C1E}" type="datetimeFigureOut">
              <a:rPr lang="fr-FR" smtClean="0"/>
              <a:t>05/03/2024</a:t>
            </a:fld>
            <a:endParaRPr lang="fr-FR"/>
          </a:p>
        </p:txBody>
      </p:sp>
      <p:sp>
        <p:nvSpPr>
          <p:cNvPr id="5" name="Footer Placeholder 4"/>
          <p:cNvSpPr>
            <a:spLocks noGrp="1"/>
          </p:cNvSpPr>
          <p:nvPr>
            <p:ph type="ftr" sz="quarter" idx="11"/>
          </p:nvPr>
        </p:nvSpPr>
        <p:spPr>
          <a:xfrm>
            <a:off x="1876424" y="5410201"/>
            <a:ext cx="5124886" cy="365125"/>
          </a:xfrm>
        </p:spPr>
        <p:txBody>
          <a:bodyPr/>
          <a:lstStyle/>
          <a:p>
            <a:endParaRPr lang="fr-FR"/>
          </a:p>
        </p:txBody>
      </p:sp>
      <p:sp>
        <p:nvSpPr>
          <p:cNvPr id="6" name="Slide Number Placeholder 5"/>
          <p:cNvSpPr>
            <a:spLocks noGrp="1"/>
          </p:cNvSpPr>
          <p:nvPr>
            <p:ph type="sldNum" sz="quarter" idx="12"/>
          </p:nvPr>
        </p:nvSpPr>
        <p:spPr>
          <a:xfrm>
            <a:off x="9896911" y="5410199"/>
            <a:ext cx="771089" cy="365125"/>
          </a:xfrm>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3668210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BDDB5308-E4F7-43EA-BB86-9D71B5321C1E}" type="datetimeFigureOut">
              <a:rPr lang="fr-FR" smtClean="0"/>
              <a:t>05/03/2024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1440749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DDB5308-E4F7-43EA-BB86-9D71B5321C1E}" type="datetimeFigureOut">
              <a:rPr lang="fr-FR" smtClean="0"/>
              <a:t>05/03/2024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28706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1141410" y="2249486"/>
            <a:ext cx="4878389"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2249486"/>
            <a:ext cx="4875211"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BDDB5308-E4F7-43EA-BB86-9D71B5321C1E}" type="datetimeFigureOut">
              <a:rPr lang="fr-FR" smtClean="0"/>
              <a:t>05/03/2024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1093881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BDDB5308-E4F7-43EA-BB86-9D71B5321C1E}" type="datetimeFigureOut">
              <a:rPr lang="fr-FR" smtClean="0"/>
              <a:t>05/03/2024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19737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BDDB5308-E4F7-43EA-BB86-9D71B5321C1E}" type="datetimeFigureOut">
              <a:rPr lang="fr-FR" smtClean="0"/>
              <a:t>05/03/2024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1396047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DB5308-E4F7-43EA-BB86-9D71B5321C1E}" type="datetimeFigureOut">
              <a:rPr lang="fr-FR" smtClean="0"/>
              <a:t>05/03/2024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215968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56200" y="592666"/>
            <a:ext cx="5891209" cy="519853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DB5308-E4F7-43EA-BB86-9D71B5321C1E}" type="datetimeFigureOut">
              <a:rPr lang="fr-FR" smtClean="0"/>
              <a:t>05/03/2024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204637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DB5308-E4F7-43EA-BB86-9D71B5321C1E}" type="datetimeFigureOut">
              <a:rPr lang="fr-FR" smtClean="0"/>
              <a:t>05/03/2024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4185891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a:t>Cliquez sur l'icône pour ajouter une image</a:t>
            </a:r>
            <a:endParaRPr lang="en-US"/>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DB5308-E4F7-43EA-BB86-9D71B5321C1E}" type="datetimeFigureOut">
              <a:rPr lang="fr-FR" smtClean="0"/>
              <a:t>05/03/2024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1509832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DB5308-E4F7-43EA-BB86-9D71B5321C1E}" type="datetimeFigureOut">
              <a:rPr lang="fr-FR" smtClean="0"/>
              <a:t>05/03/2024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2043943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DB5308-E4F7-43EA-BB86-9D71B5321C1E}" type="datetimeFigureOut">
              <a:rPr lang="fr-FR" smtClean="0"/>
              <a:t>05/03/2024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821CA34-3AD9-4EF6-9F3A-27DCED8099B1}" type="slidenum">
              <a:rPr lang="fr-FR" smtClean="0"/>
              <a:t>‹#›</a:t>
            </a:fld>
            <a:endParaRPr lang="fr-FR"/>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874962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DB5308-E4F7-43EA-BB86-9D71B5321C1E}" type="datetimeFigureOut">
              <a:rPr lang="fr-FR" smtClean="0"/>
              <a:t>05/03/2024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1925560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BDDB5308-E4F7-43EA-BB86-9D71B5321C1E}" type="datetimeFigureOut">
              <a:rPr lang="fr-FR" smtClean="0"/>
              <a:t>05/03/2024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27234888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BDDB5308-E4F7-43EA-BB86-9D71B5321C1E}" type="datetimeFigureOut">
              <a:rPr lang="fr-FR" smtClean="0"/>
              <a:t>05/03/2024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10045906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BDDB5308-E4F7-43EA-BB86-9D71B5321C1E}" type="datetimeFigureOut">
              <a:rPr lang="fr-FR" smtClean="0"/>
              <a:t>05/03/2024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3172698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BDDB5308-E4F7-43EA-BB86-9D71B5321C1E}" type="datetimeFigureOut">
              <a:rPr lang="fr-FR" smtClean="0"/>
              <a:t>05/03/2024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821CA34-3AD9-4EF6-9F3A-27DCED8099B1}" type="slidenum">
              <a:rPr lang="fr-FR" smtClean="0"/>
              <a:t>‹#›</a:t>
            </a:fld>
            <a:endParaRPr lang="fr-FR"/>
          </a:p>
        </p:txBody>
      </p:sp>
    </p:spTree>
    <p:extLst>
      <p:ext uri="{BB962C8B-B14F-4D97-AF65-F5344CB8AC3E}">
        <p14:creationId xmlns:p14="http://schemas.microsoft.com/office/powerpoint/2010/main" val="106959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DDB5308-E4F7-43EA-BB86-9D71B5321C1E}" type="datetimeFigureOut">
              <a:rPr lang="fr-FR" smtClean="0"/>
              <a:t>05/03/2024</a:t>
            </a:fld>
            <a:endParaRPr lang="fr-FR"/>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821CA34-3AD9-4EF6-9F3A-27DCED8099B1}" type="slidenum">
              <a:rPr lang="fr-FR" smtClean="0"/>
              <a:t>‹#›</a:t>
            </a:fld>
            <a:endParaRPr lang="fr-FR"/>
          </a:p>
        </p:txBody>
      </p:sp>
    </p:spTree>
    <p:extLst>
      <p:ext uri="{BB962C8B-B14F-4D97-AF65-F5344CB8AC3E}">
        <p14:creationId xmlns:p14="http://schemas.microsoft.com/office/powerpoint/2010/main" val="3828262089"/>
      </p:ext>
    </p:extLst>
  </p:cSld>
  <p:clrMap bg1="dk1" tx1="lt1" bg2="dk2" tx2="lt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 id="2147483950" r:id="rId11"/>
    <p:sldLayoutId id="2147483951" r:id="rId12"/>
    <p:sldLayoutId id="2147483952" r:id="rId13"/>
    <p:sldLayoutId id="2147483953" r:id="rId14"/>
    <p:sldLayoutId id="2147483954" r:id="rId15"/>
    <p:sldLayoutId id="2147483955" r:id="rId16"/>
    <p:sldLayoutId id="214748395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9727A1-8FC7-EBDB-DF56-6541799E2262}"/>
              </a:ext>
            </a:extLst>
          </p:cNvPr>
          <p:cNvSpPr>
            <a:spLocks noGrp="1"/>
          </p:cNvSpPr>
          <p:nvPr>
            <p:ph type="ctrTitle"/>
          </p:nvPr>
        </p:nvSpPr>
        <p:spPr>
          <a:xfrm>
            <a:off x="1876424" y="1122363"/>
            <a:ext cx="8791575" cy="2387600"/>
          </a:xfrm>
        </p:spPr>
        <p:txBody>
          <a:bodyPr>
            <a:normAutofit/>
          </a:bodyPr>
          <a:lstStyle/>
          <a:p>
            <a:r>
              <a:rPr lang="fr-FR"/>
              <a:t>EXPOSER SUR LES </a:t>
            </a:r>
            <a:br>
              <a:rPr lang="fr-FR"/>
            </a:br>
            <a:r>
              <a:rPr lang="fr-FR"/>
              <a:t>BUS</a:t>
            </a:r>
            <a:br>
              <a:rPr lang="fr-FR"/>
            </a:br>
            <a:r>
              <a:rPr lang="fr-FR"/>
              <a:t>INFORMATIQUE</a:t>
            </a:r>
          </a:p>
        </p:txBody>
      </p:sp>
      <p:sp>
        <p:nvSpPr>
          <p:cNvPr id="7" name="Sous-titre 6">
            <a:extLst>
              <a:ext uri="{FF2B5EF4-FFF2-40B4-BE49-F238E27FC236}">
                <a16:creationId xmlns:a16="http://schemas.microsoft.com/office/drawing/2014/main" id="{AD70C05F-DBCD-0F8D-F748-89CB5697236F}"/>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3186266509"/>
      </p:ext>
    </p:extLst>
  </p:cSld>
  <p:clrMapOvr>
    <a:masterClrMapping/>
  </p:clrMapOvr>
  <mc:AlternateContent xmlns:mc="http://schemas.openxmlformats.org/markup-compatibility/2006">
    <mc:Choice xmlns:p14="http://schemas.microsoft.com/office/powerpoint/2010/main" Requires="p14">
      <p:transition spd="slow" p14:dur="800">
        <p:diamond/>
      </p:transition>
    </mc:Choice>
    <mc:Fallback>
      <p:transition spd="slow">
        <p:diamond/>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FDF762-F0F7-A19F-D12E-1F8B370DA69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603D387-BF53-D5CB-9E7B-996822A33718}"/>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2550672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59B4AB-1525-BFAF-6A2F-8E7E4B7BDA10}"/>
              </a:ext>
            </a:extLst>
          </p:cNvPr>
          <p:cNvSpPr>
            <a:spLocks noGrp="1"/>
          </p:cNvSpPr>
          <p:nvPr>
            <p:ph type="title"/>
          </p:nvPr>
        </p:nvSpPr>
        <p:spPr/>
        <p:txBody>
          <a:bodyPr/>
          <a:lstStyle/>
          <a:p>
            <a:r>
              <a:rPr lang="fr-FR"/>
              <a:t>                    </a:t>
            </a:r>
            <a:r>
              <a:rPr lang="fr-FR" sz="6000"/>
              <a:t>sommaire</a:t>
            </a:r>
          </a:p>
        </p:txBody>
      </p:sp>
      <p:sp>
        <p:nvSpPr>
          <p:cNvPr id="3" name="Espace réservé du contenu 2">
            <a:extLst>
              <a:ext uri="{FF2B5EF4-FFF2-40B4-BE49-F238E27FC236}">
                <a16:creationId xmlns:a16="http://schemas.microsoft.com/office/drawing/2014/main" id="{1BD0A21F-2E33-E8AA-5C34-708E52A727EC}"/>
              </a:ext>
            </a:extLst>
          </p:cNvPr>
          <p:cNvSpPr>
            <a:spLocks noGrp="1"/>
          </p:cNvSpPr>
          <p:nvPr>
            <p:ph idx="1"/>
          </p:nvPr>
        </p:nvSpPr>
        <p:spPr/>
        <p:txBody>
          <a:bodyPr>
            <a:normAutofit fontScale="92500" lnSpcReduction="10000"/>
          </a:bodyPr>
          <a:lstStyle/>
          <a:p>
            <a:r>
              <a:rPr lang="fr-FR"/>
              <a:t>          1-Introduction des bus informatiques</a:t>
            </a:r>
          </a:p>
          <a:p>
            <a:r>
              <a:rPr lang="fr-FR"/>
              <a:t>          2-Défintion Simple des bus</a:t>
            </a:r>
          </a:p>
          <a:p>
            <a:r>
              <a:rPr lang="fr-FR"/>
              <a:t>          3-Caractéristique des bus</a:t>
            </a:r>
          </a:p>
          <a:p>
            <a:r>
              <a:rPr lang="fr-FR"/>
              <a:t>         4-Les Types des bus informatiques </a:t>
            </a:r>
          </a:p>
          <a:p>
            <a:r>
              <a:rPr lang="fr-FR"/>
              <a:t>         5-Les </a:t>
            </a:r>
            <a:r>
              <a:rPr lang="fr-FR" err="1"/>
              <a:t>Roles</a:t>
            </a:r>
            <a:r>
              <a:rPr lang="fr-FR"/>
              <a:t> des bus informatiques </a:t>
            </a:r>
          </a:p>
          <a:p>
            <a:r>
              <a:rPr lang="fr-FR"/>
              <a:t>        6-Schema de relation des bus et des composants de l’ordinateur</a:t>
            </a:r>
          </a:p>
          <a:p>
            <a:r>
              <a:rPr lang="fr-FR"/>
              <a:t>                         Conclusion</a:t>
            </a:r>
          </a:p>
          <a:p>
            <a:endParaRPr lang="fr-FR"/>
          </a:p>
        </p:txBody>
      </p:sp>
    </p:spTree>
    <p:extLst>
      <p:ext uri="{BB962C8B-B14F-4D97-AF65-F5344CB8AC3E}">
        <p14:creationId xmlns:p14="http://schemas.microsoft.com/office/powerpoint/2010/main" val="2301691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00BE65-8D29-228A-5D16-905941B39423}"/>
              </a:ext>
            </a:extLst>
          </p:cNvPr>
          <p:cNvSpPr>
            <a:spLocks noGrp="1"/>
          </p:cNvSpPr>
          <p:nvPr>
            <p:ph type="title"/>
          </p:nvPr>
        </p:nvSpPr>
        <p:spPr/>
        <p:txBody>
          <a:bodyPr>
            <a:normAutofit/>
          </a:bodyPr>
          <a:lstStyle/>
          <a:p>
            <a:r>
              <a:rPr lang="fr-FR" sz="4400" i="1" kern="100" cap="small">
                <a:solidFill>
                  <a:srgbClr val="5A5A5A"/>
                </a:solidFill>
                <a:effectLst/>
                <a:latin typeface="Calibri" panose="020F0502020204030204" pitchFamily="34" charset="0"/>
                <a:ea typeface="Calibri" panose="020F0502020204030204" pitchFamily="34" charset="0"/>
                <a:cs typeface="Times New Roman" panose="02020603050405020304" pitchFamily="18" charset="0"/>
              </a:rPr>
              <a:t> 1- INTRODUCTION DES BUS                    INFORMATIQUES</a:t>
            </a:r>
            <a:endParaRPr lang="fr-FR"/>
          </a:p>
        </p:txBody>
      </p:sp>
      <p:sp>
        <p:nvSpPr>
          <p:cNvPr id="3" name="Espace réservé du contenu 2">
            <a:extLst>
              <a:ext uri="{FF2B5EF4-FFF2-40B4-BE49-F238E27FC236}">
                <a16:creationId xmlns:a16="http://schemas.microsoft.com/office/drawing/2014/main" id="{BF0B1CC7-A872-8D1E-8221-8E2426A2E423}"/>
              </a:ext>
            </a:extLst>
          </p:cNvPr>
          <p:cNvSpPr>
            <a:spLocks noGrp="1"/>
          </p:cNvSpPr>
          <p:nvPr>
            <p:ph idx="1"/>
          </p:nvPr>
        </p:nvSpPr>
        <p:spPr/>
        <p:txBody>
          <a:bodyPr>
            <a:normAutofit fontScale="92500"/>
          </a:bodyPr>
          <a:lstStyle/>
          <a:p>
            <a:r>
              <a:rPr lang="fr-FR"/>
              <a:t>On appelle bus, en informatique, un ensemble de liaisons physiques (câbles, pistes de circuits imprimés, etc.) pouvant être exploitées en commun par plusieurs éléments matériels afin de communiquer. Les bus ont pour but de réduire le nombre de « voies » nécessaires à la communication des différents composants, en mutualisant les communications sur une seule voie de données. C'est la raison pour laquelle la métaphore d'« autoroute de données » est parfois utilisée. Dans le cas où la ligne sert uniquement à la communication de deux composants matériels, on parle de port matériel (port série, port parallèle)</a:t>
            </a:r>
          </a:p>
        </p:txBody>
      </p:sp>
    </p:spTree>
    <p:extLst>
      <p:ext uri="{BB962C8B-B14F-4D97-AF65-F5344CB8AC3E}">
        <p14:creationId xmlns:p14="http://schemas.microsoft.com/office/powerpoint/2010/main" val="146369372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ACA522-7F77-4818-2CA8-6010335CC97F}"/>
              </a:ext>
            </a:extLst>
          </p:cNvPr>
          <p:cNvSpPr>
            <a:spLocks noGrp="1"/>
          </p:cNvSpPr>
          <p:nvPr>
            <p:ph type="title"/>
          </p:nvPr>
        </p:nvSpPr>
        <p:spPr/>
        <p:txBody>
          <a:bodyPr/>
          <a:lstStyle/>
          <a:p>
            <a:r>
              <a:rPr lang="fr-FR"/>
              <a:t>         </a:t>
            </a:r>
            <a:r>
              <a:rPr lang="fr-FR" sz="4400" i="1" kern="100" cap="small">
                <a:solidFill>
                  <a:srgbClr val="5A5A5A"/>
                </a:solidFill>
                <a:effectLst/>
                <a:latin typeface="Calibri" panose="020F0502020204030204" pitchFamily="34" charset="0"/>
                <a:ea typeface="Calibri" panose="020F0502020204030204" pitchFamily="34" charset="0"/>
                <a:cs typeface="Times New Roman" panose="02020603050405020304" pitchFamily="18" charset="0"/>
              </a:rPr>
              <a:t> 2-     DEFINITION SIMPLE</a:t>
            </a:r>
            <a:endParaRPr lang="fr-FR"/>
          </a:p>
        </p:txBody>
      </p:sp>
      <p:sp>
        <p:nvSpPr>
          <p:cNvPr id="3" name="Espace réservé du contenu 2">
            <a:extLst>
              <a:ext uri="{FF2B5EF4-FFF2-40B4-BE49-F238E27FC236}">
                <a16:creationId xmlns:a16="http://schemas.microsoft.com/office/drawing/2014/main" id="{EE8EFB58-525D-E76A-58CA-516447E489E7}"/>
              </a:ext>
            </a:extLst>
          </p:cNvPr>
          <p:cNvSpPr>
            <a:spLocks noGrp="1"/>
          </p:cNvSpPr>
          <p:nvPr>
            <p:ph idx="1"/>
          </p:nvPr>
        </p:nvSpPr>
        <p:spPr/>
        <p:txBody>
          <a:bodyPr>
            <a:normAutofit fontScale="85000" lnSpcReduction="10000"/>
          </a:bodyPr>
          <a:lstStyle/>
          <a:p>
            <a:r>
              <a:rPr lang="fr-FR"/>
              <a:t>    Les bus sont les transporteurs des informations d’un composant à un autre</a:t>
            </a:r>
          </a:p>
          <a:p>
            <a:endParaRPr lang="fr-FR"/>
          </a:p>
          <a:p>
            <a:r>
              <a:rPr lang="fr-FR" b="0" i="0">
                <a:effectLst/>
                <a:latin typeface="-apple-system"/>
              </a:rPr>
              <a:t>Tous les composants internes et éléments périphériques d'un ordinateur communiquent à l'aide du </a:t>
            </a:r>
            <a:r>
              <a:rPr lang="fr-FR" b="1" i="0">
                <a:effectLst/>
                <a:latin typeface="-apple-system"/>
              </a:rPr>
              <a:t>bus internes</a:t>
            </a:r>
            <a:endParaRPr lang="fr-FR"/>
          </a:p>
          <a:p>
            <a:r>
              <a:rPr lang="fr-FR"/>
              <a:t> Le nombre de lignes qui composent le bus informatiques c'est important, car si un bus a 16 lignes, il pourra transmettre 16 bits simultanément.</a:t>
            </a:r>
          </a:p>
          <a:p>
            <a:endParaRPr lang="fr-FR"/>
          </a:p>
          <a:p>
            <a:r>
              <a:rPr lang="fr-FR"/>
              <a:t>Ainsi, vous pouvez également diviser le bus informatiques, selon votre situation physique.</a:t>
            </a:r>
          </a:p>
        </p:txBody>
      </p:sp>
    </p:spTree>
    <p:extLst>
      <p:ext uri="{BB962C8B-B14F-4D97-AF65-F5344CB8AC3E}">
        <p14:creationId xmlns:p14="http://schemas.microsoft.com/office/powerpoint/2010/main" val="139071019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D6D759-85F4-7081-5B7E-72B8CA14733B}"/>
              </a:ext>
            </a:extLst>
          </p:cNvPr>
          <p:cNvSpPr>
            <a:spLocks noGrp="1"/>
          </p:cNvSpPr>
          <p:nvPr>
            <p:ph type="title"/>
          </p:nvPr>
        </p:nvSpPr>
        <p:spPr/>
        <p:txBody>
          <a:bodyPr/>
          <a:lstStyle/>
          <a:p>
            <a:r>
              <a:rPr lang="fr-FR"/>
              <a:t>     </a:t>
            </a:r>
            <a:r>
              <a:rPr lang="fr-FR" sz="4400" i="1" kern="100" cap="small">
                <a:solidFill>
                  <a:srgbClr val="5A5A5A"/>
                </a:solidFill>
                <a:effectLst/>
                <a:latin typeface="Calibri" panose="020F0502020204030204" pitchFamily="34" charset="0"/>
                <a:ea typeface="Calibri" panose="020F0502020204030204" pitchFamily="34" charset="0"/>
                <a:cs typeface="Times New Roman" panose="02020603050405020304" pitchFamily="18" charset="0"/>
              </a:rPr>
              <a:t> 3-    Caractéristique d’un bus</a:t>
            </a:r>
            <a:endParaRPr lang="fr-FR"/>
          </a:p>
        </p:txBody>
      </p:sp>
      <p:sp>
        <p:nvSpPr>
          <p:cNvPr id="3" name="Espace réservé du contenu 2">
            <a:extLst>
              <a:ext uri="{FF2B5EF4-FFF2-40B4-BE49-F238E27FC236}">
                <a16:creationId xmlns:a16="http://schemas.microsoft.com/office/drawing/2014/main" id="{93142465-48C7-4120-381D-E27568D2ED1C}"/>
              </a:ext>
            </a:extLst>
          </p:cNvPr>
          <p:cNvSpPr>
            <a:spLocks noGrp="1"/>
          </p:cNvSpPr>
          <p:nvPr>
            <p:ph idx="1"/>
          </p:nvPr>
        </p:nvSpPr>
        <p:spPr/>
        <p:txBody>
          <a:bodyPr>
            <a:normAutofit fontScale="92500" lnSpcReduction="20000"/>
          </a:bodyPr>
          <a:lstStyle/>
          <a:p>
            <a:r>
              <a:rPr lang="fr-FR"/>
              <a:t>Un bus est caractérisé par le volume d'informations transmises simultanément. Ce volume, exprimé en bits, correspond au nombre de lignes physiques sur lesquelles les données sont envoyées de manière simultanée. Une nappe de 32 fils permet ainsi de transmettre 32 bits en parallèle. On parle ainsi de «</a:t>
            </a:r>
          </a:p>
          <a:p>
            <a:r>
              <a:rPr lang="fr-FR"/>
              <a:t>largeur</a:t>
            </a:r>
          </a:p>
          <a:p>
            <a:r>
              <a:rPr lang="fr-FR"/>
              <a:t> » pour désigner le nombre de bits qu'un bus peut transmettre simultanément.</a:t>
            </a:r>
          </a:p>
          <a:p>
            <a:endParaRPr lang="fr-FR"/>
          </a:p>
          <a:p>
            <a:r>
              <a:rPr lang="fr-FR"/>
              <a:t>Un bus est défini par :</a:t>
            </a:r>
          </a:p>
          <a:p>
            <a:endParaRPr lang="fr-FR"/>
          </a:p>
        </p:txBody>
      </p:sp>
    </p:spTree>
    <p:extLst>
      <p:ext uri="{BB962C8B-B14F-4D97-AF65-F5344CB8AC3E}">
        <p14:creationId xmlns:p14="http://schemas.microsoft.com/office/powerpoint/2010/main" val="160455029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779E6C-17B4-E648-DBF1-5AF4BDA7CBD8}"/>
              </a:ext>
            </a:extLst>
          </p:cNvPr>
          <p:cNvSpPr>
            <a:spLocks noGrp="1"/>
          </p:cNvSpPr>
          <p:nvPr>
            <p:ph type="title"/>
          </p:nvPr>
        </p:nvSpPr>
        <p:spPr/>
        <p:txBody>
          <a:bodyPr>
            <a:normAutofit/>
          </a:bodyPr>
          <a:lstStyle/>
          <a:p>
            <a:pPr marL="76200"/>
            <a:r>
              <a:rPr lang="fr-FR"/>
              <a:t>           </a:t>
            </a:r>
            <a:r>
              <a:rPr lang="fr-FR" b="1">
                <a:solidFill>
                  <a:srgbClr val="CC3399"/>
                </a:solidFill>
                <a:effectLst/>
                <a:latin typeface="Arial" panose="020B0604020202020204" pitchFamily="34" charset="0"/>
                <a:ea typeface="Times New Roman" panose="02020603050405020304" pitchFamily="18" charset="0"/>
              </a:rPr>
              <a:t>3-1- sa largeur</a:t>
            </a:r>
            <a:br>
              <a:rPr lang="fr-FR">
                <a:effectLst/>
                <a:latin typeface="Times New Roman" panose="02020603050405020304" pitchFamily="18" charset="0"/>
                <a:ea typeface="Times New Roman" panose="02020603050405020304" pitchFamily="18" charset="0"/>
              </a:rPr>
            </a:br>
            <a:br>
              <a:rPr lang="fr-FR" sz="1800">
                <a:effectLst/>
                <a:latin typeface="Times New Roman" panose="02020603050405020304" pitchFamily="18" charset="0"/>
                <a:ea typeface="Times New Roman" panose="02020603050405020304" pitchFamily="18" charset="0"/>
              </a:rPr>
            </a:br>
            <a:endParaRPr lang="fr-FR"/>
          </a:p>
        </p:txBody>
      </p:sp>
      <p:sp>
        <p:nvSpPr>
          <p:cNvPr id="3" name="Espace réservé du contenu 2">
            <a:extLst>
              <a:ext uri="{FF2B5EF4-FFF2-40B4-BE49-F238E27FC236}">
                <a16:creationId xmlns:a16="http://schemas.microsoft.com/office/drawing/2014/main" id="{E8A4333C-CD77-4BAD-E849-42FC18C30B22}"/>
              </a:ext>
            </a:extLst>
          </p:cNvPr>
          <p:cNvSpPr>
            <a:spLocks noGrp="1"/>
          </p:cNvSpPr>
          <p:nvPr>
            <p:ph idx="1"/>
          </p:nvPr>
        </p:nvSpPr>
        <p:spPr/>
        <p:txBody>
          <a:bodyPr/>
          <a:lstStyle/>
          <a:p>
            <a:r>
              <a:rPr lang="fr-FR"/>
              <a:t>La largeur d'un bus correspond au nombre de bits (voir l'article sur le langage binaire) qu'il peut </a:t>
            </a:r>
            <a:r>
              <a:rPr lang="fr-FR" err="1"/>
              <a:t>traîter</a:t>
            </a:r>
            <a:r>
              <a:rPr lang="fr-FR"/>
              <a:t> en même temps. Le bus comporte un nombre (variable selon le bus) de lignes parallèles, chacune d'entre-elles laissant passer un seul bit à la fois. Par exemple, un bus comportant 32 lignes est un bus 32 bits.</a:t>
            </a:r>
          </a:p>
        </p:txBody>
      </p:sp>
    </p:spTree>
    <p:extLst>
      <p:ext uri="{BB962C8B-B14F-4D97-AF65-F5344CB8AC3E}">
        <p14:creationId xmlns:p14="http://schemas.microsoft.com/office/powerpoint/2010/main" val="193827884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2167B0-8CA8-6372-02FA-85F90CBE7BB1}"/>
              </a:ext>
            </a:extLst>
          </p:cNvPr>
          <p:cNvSpPr>
            <a:spLocks noGrp="1"/>
          </p:cNvSpPr>
          <p:nvPr>
            <p:ph type="title"/>
          </p:nvPr>
        </p:nvSpPr>
        <p:spPr/>
        <p:txBody>
          <a:bodyPr>
            <a:normAutofit/>
          </a:bodyPr>
          <a:lstStyle/>
          <a:p>
            <a:pPr marL="76200"/>
            <a:r>
              <a:rPr lang="fr-FR"/>
              <a:t>          </a:t>
            </a:r>
            <a:r>
              <a:rPr lang="fr-FR" sz="4400" b="1">
                <a:solidFill>
                  <a:srgbClr val="CC3399"/>
                </a:solidFill>
                <a:effectLst/>
                <a:latin typeface="Arial" panose="020B0604020202020204" pitchFamily="34" charset="0"/>
                <a:ea typeface="Times New Roman" panose="02020603050405020304" pitchFamily="18" charset="0"/>
              </a:rPr>
              <a:t>3-2- sa fréquence</a:t>
            </a:r>
            <a:br>
              <a:rPr lang="fr-FR" sz="2800">
                <a:effectLst/>
                <a:latin typeface="Times New Roman" panose="02020603050405020304" pitchFamily="18" charset="0"/>
                <a:ea typeface="Times New Roman" panose="02020603050405020304" pitchFamily="18" charset="0"/>
              </a:rPr>
            </a:br>
            <a:endParaRPr lang="fr-FR"/>
          </a:p>
        </p:txBody>
      </p:sp>
      <p:sp>
        <p:nvSpPr>
          <p:cNvPr id="3" name="Espace réservé du contenu 2">
            <a:extLst>
              <a:ext uri="{FF2B5EF4-FFF2-40B4-BE49-F238E27FC236}">
                <a16:creationId xmlns:a16="http://schemas.microsoft.com/office/drawing/2014/main" id="{A034CD23-5460-4B7D-DE76-3627A1180CB1}"/>
              </a:ext>
            </a:extLst>
          </p:cNvPr>
          <p:cNvSpPr>
            <a:spLocks noGrp="1"/>
          </p:cNvSpPr>
          <p:nvPr>
            <p:ph idx="1"/>
          </p:nvPr>
        </p:nvSpPr>
        <p:spPr/>
        <p:txBody>
          <a:bodyPr/>
          <a:lstStyle/>
          <a:p>
            <a:r>
              <a:rPr lang="fr-FR"/>
              <a:t>La fréquence (exprimée en Hertz (Hz)) d'un bus correspond au nombre fois que le bus est accédé par seconde. L'intervalle de temps compris entre chaque accès est appelé période (exprimée en seconde). La fréquence étant l'inverse de la période, il en résulte que, plus la fréquence est élevée, plus le bus est en mesure de </a:t>
            </a:r>
            <a:r>
              <a:rPr lang="fr-FR" err="1"/>
              <a:t>traîter</a:t>
            </a:r>
            <a:r>
              <a:rPr lang="fr-FR"/>
              <a:t> les informations rapidement.</a:t>
            </a:r>
          </a:p>
        </p:txBody>
      </p:sp>
    </p:spTree>
    <p:extLst>
      <p:ext uri="{BB962C8B-B14F-4D97-AF65-F5344CB8AC3E}">
        <p14:creationId xmlns:p14="http://schemas.microsoft.com/office/powerpoint/2010/main" val="24860022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0E02A9-C1CF-3780-611E-1BD25F9687D4}"/>
              </a:ext>
            </a:extLst>
          </p:cNvPr>
          <p:cNvSpPr>
            <a:spLocks noGrp="1"/>
          </p:cNvSpPr>
          <p:nvPr>
            <p:ph type="title"/>
          </p:nvPr>
        </p:nvSpPr>
        <p:spPr/>
        <p:txBody>
          <a:bodyPr>
            <a:normAutofit/>
          </a:bodyPr>
          <a:lstStyle/>
          <a:p>
            <a:pPr marL="76200"/>
            <a:r>
              <a:rPr lang="fr-FR"/>
              <a:t>        </a:t>
            </a:r>
            <a:r>
              <a:rPr lang="fr-FR" sz="4400" b="1">
                <a:solidFill>
                  <a:srgbClr val="CC3399"/>
                </a:solidFill>
                <a:effectLst/>
                <a:latin typeface="Arial" panose="020B0604020202020204" pitchFamily="34" charset="0"/>
                <a:ea typeface="Times New Roman" panose="02020603050405020304" pitchFamily="18" charset="0"/>
              </a:rPr>
              <a:t>3-3- sa bande passante</a:t>
            </a:r>
            <a:br>
              <a:rPr lang="fr-FR" sz="2800">
                <a:effectLst/>
                <a:latin typeface="Times New Roman" panose="02020603050405020304" pitchFamily="18" charset="0"/>
                <a:ea typeface="Times New Roman" panose="02020603050405020304" pitchFamily="18" charset="0"/>
              </a:rPr>
            </a:br>
            <a:endParaRPr lang="fr-FR"/>
          </a:p>
        </p:txBody>
      </p:sp>
      <p:sp>
        <p:nvSpPr>
          <p:cNvPr id="3" name="Espace réservé du contenu 2">
            <a:extLst>
              <a:ext uri="{FF2B5EF4-FFF2-40B4-BE49-F238E27FC236}">
                <a16:creationId xmlns:a16="http://schemas.microsoft.com/office/drawing/2014/main" id="{BABC4227-84AE-E160-4C2F-7EFBD555334A}"/>
              </a:ext>
            </a:extLst>
          </p:cNvPr>
          <p:cNvSpPr>
            <a:spLocks noGrp="1"/>
          </p:cNvSpPr>
          <p:nvPr>
            <p:ph idx="1"/>
          </p:nvPr>
        </p:nvSpPr>
        <p:spPr/>
        <p:txBody>
          <a:bodyPr/>
          <a:lstStyle/>
          <a:p>
            <a:r>
              <a:rPr lang="fr-FR"/>
              <a:t>A partir de la valeur des deux caractéristiques </a:t>
            </a:r>
            <a:r>
              <a:rPr lang="fr-FR" err="1"/>
              <a:t>précedentes</a:t>
            </a:r>
            <a:r>
              <a:rPr lang="fr-FR"/>
              <a:t>, il est possible de déterminer la bande passante maximale d'un bus. En fait, cette bande passante est égale au produit de la largeur par la fréquence. Pour l'exemple que nous avons pris, la bande passante maximale du bus est égale à 33,33 MHz x 32 bits = 1 066 Mbits/s = 133,3 Mo/s (1 octet équivaut à 8 bits).</a:t>
            </a:r>
          </a:p>
          <a:p>
            <a:r>
              <a:rPr lang="fr-FR"/>
              <a:t>Remarque : la bande passante d'un bus est partagée par tous les périphériques qui y sont connectés.</a:t>
            </a:r>
          </a:p>
          <a:p>
            <a:endParaRPr lang="fr-FR"/>
          </a:p>
          <a:p>
            <a:endParaRPr lang="fr-FR"/>
          </a:p>
          <a:p>
            <a:endParaRPr lang="fr-FR"/>
          </a:p>
        </p:txBody>
      </p:sp>
    </p:spTree>
    <p:extLst>
      <p:ext uri="{BB962C8B-B14F-4D97-AF65-F5344CB8AC3E}">
        <p14:creationId xmlns:p14="http://schemas.microsoft.com/office/powerpoint/2010/main" val="809366762"/>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216382-DDD4-37A1-A703-B7EE2DEF9136}"/>
              </a:ext>
            </a:extLst>
          </p:cNvPr>
          <p:cNvSpPr>
            <a:spLocks noGrp="1"/>
          </p:cNvSpPr>
          <p:nvPr>
            <p:ph type="title" idx="4294967295"/>
          </p:nvPr>
        </p:nvSpPr>
        <p:spPr>
          <a:xfrm>
            <a:off x="0" y="365125"/>
            <a:ext cx="10515600" cy="1325563"/>
          </a:xfrm>
        </p:spPr>
        <p:txBody>
          <a:bodyPr>
            <a:normAutofit fontScale="90000"/>
          </a:bodyPr>
          <a:lstStyle/>
          <a:p>
            <a:pPr marL="548640" marR="548640" algn="ctr">
              <a:lnSpc>
                <a:spcPct val="107000"/>
              </a:lnSpc>
              <a:spcBef>
                <a:spcPts val="1800"/>
              </a:spcBef>
              <a:spcAft>
                <a:spcPts val="1800"/>
              </a:spcAft>
            </a:pPr>
            <a:r>
              <a:rPr lang="fr-FR"/>
              <a:t>          </a:t>
            </a:r>
            <a:r>
              <a:rPr lang="fr-FR" sz="4400" i="1" kern="100" cap="small">
                <a:solidFill>
                  <a:schemeClr val="tx2">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4- LES TYPES DE BUS INFORMATIQUE                      </a:t>
            </a:r>
            <a:r>
              <a:rPr lang="fr-FR" sz="4400" b="1" i="0" kern="100" spc="25">
                <a:solidFill>
                  <a:schemeClr val="tx2">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  </a:t>
            </a:r>
            <a:br>
              <a:rPr lang="fr-FR" sz="2400" i="1" kern="100">
                <a:solidFill>
                  <a:srgbClr val="1CADE4"/>
                </a:solidFill>
                <a:effectLst/>
                <a:latin typeface="Calibri" panose="020F0502020204030204" pitchFamily="34" charset="0"/>
                <a:ea typeface="Calibri" panose="020F0502020204030204" pitchFamily="34" charset="0"/>
                <a:cs typeface="Times New Roman" panose="02020603050405020304" pitchFamily="18" charset="0"/>
              </a:rPr>
            </a:br>
            <a:endParaRPr lang="fr-FR"/>
          </a:p>
        </p:txBody>
      </p:sp>
      <p:sp>
        <p:nvSpPr>
          <p:cNvPr id="3" name="Espace réservé du contenu 2">
            <a:extLst>
              <a:ext uri="{FF2B5EF4-FFF2-40B4-BE49-F238E27FC236}">
                <a16:creationId xmlns:a16="http://schemas.microsoft.com/office/drawing/2014/main" id="{ED3A26EA-37D7-B531-F184-ED7E63778F12}"/>
              </a:ext>
            </a:extLst>
          </p:cNvPr>
          <p:cNvSpPr>
            <a:spLocks noGrp="1"/>
          </p:cNvSpPr>
          <p:nvPr>
            <p:ph idx="4294967295"/>
          </p:nvPr>
        </p:nvSpPr>
        <p:spPr>
          <a:xfrm>
            <a:off x="0" y="1544638"/>
            <a:ext cx="10515600" cy="4948237"/>
          </a:xfrm>
        </p:spPr>
        <p:txBody>
          <a:bodyPr>
            <a:normAutofit fontScale="77500" lnSpcReduction="20000"/>
          </a:bodyPr>
          <a:lstStyle/>
          <a:p>
            <a:r>
              <a:rPr lang="fr-FR"/>
              <a:t>             *Le bus système</a:t>
            </a:r>
          </a:p>
          <a:p>
            <a:r>
              <a:rPr lang="fr-FR"/>
              <a:t>             *Le bus mémoire ou d’adresse</a:t>
            </a:r>
          </a:p>
          <a:p>
            <a:pPr>
              <a:lnSpc>
                <a:spcPct val="107000"/>
              </a:lnSpc>
              <a:spcAft>
                <a:spcPts val="800"/>
              </a:spcAft>
            </a:pPr>
            <a:r>
              <a:rPr lang="fr-FR" sz="2600" kern="0">
                <a:effectLst/>
                <a:latin typeface="Arial" panose="020B0604020202020204" pitchFamily="34" charset="0"/>
                <a:ea typeface="Times New Roman" panose="02020603050405020304" pitchFamily="18" charset="0"/>
                <a:cs typeface="Times New Roman" panose="02020603050405020304" pitchFamily="18" charset="0"/>
              </a:rPr>
              <a:t>            *Le bus d’extension </a:t>
            </a:r>
            <a:endParaRPr lang="fr-FR" sz="2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600" kern="0">
                <a:effectLst/>
                <a:latin typeface="Arial" panose="020B0604020202020204" pitchFamily="34" charset="0"/>
                <a:ea typeface="Times New Roman" panose="02020603050405020304" pitchFamily="18" charset="0"/>
                <a:cs typeface="Times New Roman" panose="02020603050405020304" pitchFamily="18" charset="0"/>
              </a:rPr>
              <a:t>            *Le bus USB</a:t>
            </a:r>
            <a:endParaRPr lang="fr-FR" sz="2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600" kern="0">
                <a:effectLst/>
                <a:latin typeface="Arial" panose="020B0604020202020204" pitchFamily="34" charset="0"/>
                <a:ea typeface="Times New Roman" panose="02020603050405020304" pitchFamily="18" charset="0"/>
                <a:cs typeface="Times New Roman" panose="02020603050405020304" pitchFamily="18" charset="0"/>
              </a:rPr>
              <a:t>            *Le bus AGP</a:t>
            </a:r>
            <a:endParaRPr lang="fr-FR" sz="2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600" kern="0">
                <a:effectLst/>
                <a:latin typeface="Arial" panose="020B0604020202020204" pitchFamily="34" charset="0"/>
                <a:ea typeface="Times New Roman" panose="02020603050405020304" pitchFamily="18" charset="0"/>
                <a:cs typeface="Times New Roman" panose="02020603050405020304" pitchFamily="18" charset="0"/>
              </a:rPr>
              <a:t>            *Le bus PCI</a:t>
            </a:r>
            <a:endParaRPr lang="fr-FR" sz="2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600" kern="0">
                <a:effectLst/>
                <a:latin typeface="Arial" panose="020B0604020202020204" pitchFamily="34" charset="0"/>
                <a:ea typeface="Times New Roman" panose="02020603050405020304" pitchFamily="18" charset="0"/>
                <a:cs typeface="Times New Roman" panose="02020603050405020304" pitchFamily="18" charset="0"/>
              </a:rPr>
              <a:t>            *Le bus de données </a:t>
            </a:r>
            <a:endParaRPr lang="fr-FR" sz="2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600" kern="0">
                <a:effectLst/>
                <a:latin typeface="Arial" panose="020B0604020202020204" pitchFamily="34" charset="0"/>
                <a:ea typeface="Times New Roman" panose="02020603050405020304" pitchFamily="18" charset="0"/>
                <a:cs typeface="Times New Roman" panose="02020603050405020304" pitchFamily="18" charset="0"/>
              </a:rPr>
              <a:t>            *Le bus de commande *Le bus d’extension</a:t>
            </a:r>
          </a:p>
          <a:p>
            <a:pPr>
              <a:lnSpc>
                <a:spcPct val="107000"/>
              </a:lnSpc>
              <a:spcAft>
                <a:spcPts val="800"/>
              </a:spcAft>
            </a:pPr>
            <a:r>
              <a:rPr lang="fr-FR" sz="2600" kern="0">
                <a:effectLst/>
                <a:latin typeface="Arial" panose="020B0604020202020204" pitchFamily="34" charset="0"/>
                <a:ea typeface="Times New Roman" panose="02020603050405020304" pitchFamily="18" charset="0"/>
                <a:cs typeface="Times New Roman" panose="02020603050405020304" pitchFamily="18" charset="0"/>
              </a:rPr>
              <a:t>            *Le bus USB</a:t>
            </a:r>
          </a:p>
          <a:p>
            <a:pPr>
              <a:lnSpc>
                <a:spcPct val="107000"/>
              </a:lnSpc>
              <a:spcAft>
                <a:spcPts val="800"/>
              </a:spcAft>
            </a:pPr>
            <a:r>
              <a:rPr lang="fr-FR" sz="2600" kern="0">
                <a:latin typeface="Arial" panose="020B0604020202020204" pitchFamily="34" charset="0"/>
                <a:ea typeface="Times New Roman" panose="02020603050405020304" pitchFamily="18" charset="0"/>
                <a:cs typeface="Times New Roman" panose="02020603050405020304" pitchFamily="18" charset="0"/>
              </a:rPr>
              <a:t>Le bus signaux</a:t>
            </a:r>
            <a:endParaRPr lang="fr-FR" sz="2600" ker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endParaRPr lang="fr-FR" sz="2600" kern="100">
              <a:effectLst/>
              <a:latin typeface="Calibri" panose="020F0502020204030204" pitchFamily="34" charset="0"/>
              <a:ea typeface="Calibri" panose="020F0502020204030204" pitchFamily="34" charset="0"/>
              <a:cs typeface="Times New Roman" panose="02020603050405020304" pitchFamily="18" charset="0"/>
            </a:endParaRPr>
          </a:p>
          <a:p>
            <a:endParaRPr lang="fr-FR"/>
          </a:p>
        </p:txBody>
      </p:sp>
    </p:spTree>
    <p:extLst>
      <p:ext uri="{BB962C8B-B14F-4D97-AF65-F5344CB8AC3E}">
        <p14:creationId xmlns:p14="http://schemas.microsoft.com/office/powerpoint/2010/main" val="18222176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FA5A1E8B-4A3F-D188-0EB7-97A0CA8CDC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9275" y="1185862"/>
            <a:ext cx="8553450" cy="4486275"/>
          </a:xfrm>
          <a:prstGeom prst="rect">
            <a:avLst/>
          </a:prstGeom>
        </p:spPr>
      </p:pic>
    </p:spTree>
    <p:extLst>
      <p:ext uri="{BB962C8B-B14F-4D97-AF65-F5344CB8AC3E}">
        <p14:creationId xmlns:p14="http://schemas.microsoft.com/office/powerpoint/2010/main" val="1137981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otherboard adalah : Pengertian, Sejarah, Fungsi, dan Cara Kerja ...">
            <a:extLst>
              <a:ext uri="{FF2B5EF4-FFF2-40B4-BE49-F238E27FC236}">
                <a16:creationId xmlns:a16="http://schemas.microsoft.com/office/drawing/2014/main" id="{DD782626-2C66-D05A-7845-F2661E75A3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782320"/>
            <a:ext cx="9712960" cy="574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694625"/>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6A8DFF-093A-8A2A-380B-DC34711FD3DC}"/>
              </a:ext>
            </a:extLst>
          </p:cNvPr>
          <p:cNvSpPr>
            <a:spLocks noGrp="1"/>
          </p:cNvSpPr>
          <p:nvPr>
            <p:ph type="title" idx="4294967295"/>
          </p:nvPr>
        </p:nvSpPr>
        <p:spPr>
          <a:xfrm>
            <a:off x="0" y="365125"/>
            <a:ext cx="9784080" cy="1325563"/>
          </a:xfrm>
        </p:spPr>
        <p:txBody>
          <a:bodyPr>
            <a:normAutofit fontScale="90000"/>
          </a:bodyPr>
          <a:lstStyle/>
          <a:p>
            <a:pPr marL="548640" marR="548640" algn="ctr">
              <a:lnSpc>
                <a:spcPct val="107000"/>
              </a:lnSpc>
              <a:spcBef>
                <a:spcPts val="1800"/>
              </a:spcBef>
              <a:spcAft>
                <a:spcPts val="1800"/>
              </a:spcAft>
            </a:pPr>
            <a:r>
              <a:rPr lang="fr-FR" sz="4400" i="1" kern="100" cap="small">
                <a:effectLst/>
                <a:latin typeface="Calibri" panose="020F0502020204030204" pitchFamily="34" charset="0"/>
                <a:ea typeface="Calibri" panose="020F0502020204030204" pitchFamily="34" charset="0"/>
                <a:cs typeface="Times New Roman" panose="02020603050405020304" pitchFamily="18" charset="0"/>
              </a:rPr>
              <a:t> 5- LES R0LES DES BUS INFORMATIQUES</a:t>
            </a:r>
            <a:br>
              <a:rPr lang="fr-FR" sz="2400" i="1" kern="100">
                <a:solidFill>
                  <a:srgbClr val="1CADE4"/>
                </a:solidFill>
                <a:effectLst/>
                <a:latin typeface="Calibri" panose="020F0502020204030204" pitchFamily="34" charset="0"/>
                <a:ea typeface="Calibri" panose="020F0502020204030204" pitchFamily="34" charset="0"/>
                <a:cs typeface="Times New Roman" panose="02020603050405020304" pitchFamily="18" charset="0"/>
              </a:rPr>
            </a:br>
            <a:endParaRPr lang="fr-FR"/>
          </a:p>
        </p:txBody>
      </p:sp>
      <p:sp>
        <p:nvSpPr>
          <p:cNvPr id="3" name="Espace réservé du contenu 2">
            <a:extLst>
              <a:ext uri="{FF2B5EF4-FFF2-40B4-BE49-F238E27FC236}">
                <a16:creationId xmlns:a16="http://schemas.microsoft.com/office/drawing/2014/main" id="{C91C4FAB-34D6-3873-8499-6B88B0BBE354}"/>
              </a:ext>
            </a:extLst>
          </p:cNvPr>
          <p:cNvSpPr>
            <a:spLocks noGrp="1"/>
          </p:cNvSpPr>
          <p:nvPr>
            <p:ph sz="half" idx="4294967295"/>
          </p:nvPr>
        </p:nvSpPr>
        <p:spPr>
          <a:xfrm>
            <a:off x="1440180" y="1690688"/>
            <a:ext cx="5181600" cy="4351338"/>
          </a:xfrm>
        </p:spPr>
        <p:txBody>
          <a:bodyPr>
            <a:normAutofit/>
          </a:bodyPr>
          <a:lstStyle/>
          <a:p>
            <a:r>
              <a:rPr lang="fr-FR" sz="3200"/>
              <a:t>*Le bus système : permet au processeur de communiquer avec la mémoire vive </a:t>
            </a:r>
          </a:p>
        </p:txBody>
      </p:sp>
    </p:spTree>
    <p:extLst>
      <p:ext uri="{BB962C8B-B14F-4D97-AF65-F5344CB8AC3E}">
        <p14:creationId xmlns:p14="http://schemas.microsoft.com/office/powerpoint/2010/main" val="3011062092"/>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6D1E261-DF2C-647B-DFE3-D8A6AEAA4A85}"/>
              </a:ext>
            </a:extLst>
          </p:cNvPr>
          <p:cNvSpPr txBox="1"/>
          <p:nvPr/>
        </p:nvSpPr>
        <p:spPr>
          <a:xfrm>
            <a:off x="660400" y="1035973"/>
            <a:ext cx="8534400" cy="3732176"/>
          </a:xfrm>
          <a:prstGeom prst="rect">
            <a:avLst/>
          </a:prstGeom>
          <a:noFill/>
        </p:spPr>
        <p:txBody>
          <a:bodyPr wrap="square">
            <a:spAutoFit/>
          </a:bodyPr>
          <a:lstStyle/>
          <a:p>
            <a:pPr>
              <a:lnSpc>
                <a:spcPct val="107000"/>
              </a:lnSpc>
              <a:spcAft>
                <a:spcPts val="800"/>
              </a:spcAft>
            </a:pPr>
            <a:r>
              <a:rPr lang="fr-FR" sz="1800" kern="100">
                <a:effectLst/>
                <a:latin typeface="Calibri" panose="020F0502020204030204" pitchFamily="34" charset="0"/>
                <a:ea typeface="Calibri" panose="020F0502020204030204" pitchFamily="34" charset="0"/>
                <a:cs typeface="Times New Roman" panose="02020603050405020304" pitchFamily="18" charset="0"/>
              </a:rPr>
              <a:t> </a:t>
            </a:r>
            <a:endParaRPr lang="fr-FR" sz="1050" kern="1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FR" sz="3200" kern="100">
                <a:effectLst/>
                <a:latin typeface="Calibri" panose="020F0502020204030204" pitchFamily="34" charset="0"/>
                <a:ea typeface="Calibri" panose="020F0502020204030204" pitchFamily="34" charset="0"/>
                <a:cs typeface="Times New Roman" panose="02020603050405020304" pitchFamily="18" charset="0"/>
              </a:rPr>
              <a:t> </a:t>
            </a:r>
            <a:r>
              <a:rPr lang="fr-FR" sz="3200" kern="100">
                <a:effectLst/>
                <a:latin typeface="Arial" panose="020B0604020202020204" pitchFamily="34" charset="0"/>
                <a:ea typeface="Calibri" panose="020F0502020204030204" pitchFamily="34" charset="0"/>
                <a:cs typeface="Times New Roman" panose="02020603050405020304" pitchFamily="18" charset="0"/>
              </a:rPr>
              <a:t>*Le bu</a:t>
            </a:r>
            <a:r>
              <a:rPr lang="fr-FR" sz="3200" kern="100">
                <a:latin typeface="Arial" panose="020B0604020202020204" pitchFamily="34" charset="0"/>
                <a:ea typeface="Calibri" panose="020F0502020204030204" pitchFamily="34" charset="0"/>
                <a:cs typeface="Times New Roman" panose="02020603050405020304" pitchFamily="18" charset="0"/>
              </a:rPr>
              <a:t>s </a:t>
            </a:r>
            <a:r>
              <a:rPr lang="fr-FR" sz="3200" kern="100">
                <a:effectLst/>
                <a:latin typeface="Arial" panose="020B0604020202020204" pitchFamily="34" charset="0"/>
                <a:ea typeface="Calibri" panose="020F0502020204030204" pitchFamily="34" charset="0"/>
                <a:cs typeface="Times New Roman" panose="02020603050405020304" pitchFamily="18" charset="0"/>
              </a:rPr>
              <a:t>mémoire ou d’adressage : transporte les adresses mémoires </a:t>
            </a:r>
            <a:r>
              <a:rPr lang="fr-FR" sz="3200" b="0" i="0">
                <a:effectLst/>
                <a:latin typeface="-apple-system"/>
              </a:rPr>
              <a:t>et d’entrée/sortie (E/S)</a:t>
            </a:r>
            <a:r>
              <a:rPr lang="fr-FR" sz="3200" kern="100">
                <a:effectLst/>
                <a:latin typeface="Arial" panose="020B0604020202020204" pitchFamily="34" charset="0"/>
                <a:ea typeface="Calibri" panose="020F0502020204030204" pitchFamily="34" charset="0"/>
                <a:cs typeface="Times New Roman" panose="02020603050405020304" pitchFamily="18" charset="0"/>
              </a:rPr>
              <a:t> auxquelles le processeur souhaite accéder pour lire ou écrire une donnée</a:t>
            </a:r>
          </a:p>
          <a:p>
            <a:pPr algn="just">
              <a:lnSpc>
                <a:spcPct val="107000"/>
              </a:lnSpc>
              <a:spcAft>
                <a:spcPts val="800"/>
              </a:spcAft>
            </a:pPr>
            <a:r>
              <a:rPr lang="fr-FR" sz="3200" b="0" i="0">
                <a:effectLst/>
                <a:latin typeface="-apple-system"/>
              </a:rPr>
              <a:t>  Il est </a:t>
            </a:r>
            <a:r>
              <a:rPr lang="fr-FR" sz="3200" b="1" i="0">
                <a:effectLst/>
                <a:latin typeface="-apple-system"/>
              </a:rPr>
              <a:t>unidirectionnel</a:t>
            </a:r>
            <a:r>
              <a:rPr lang="fr-FR" sz="3200" b="0" i="0">
                <a:effectLst/>
                <a:latin typeface="-apple-system"/>
              </a:rPr>
              <a:t>, car il envoie uniquement les adresses vers les composants cibles.</a:t>
            </a:r>
            <a:endParaRPr lang="fr-FR" sz="32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742668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4DCC078-8E8C-15EE-C525-17AAC5072B01}"/>
              </a:ext>
            </a:extLst>
          </p:cNvPr>
          <p:cNvSpPr txBox="1"/>
          <p:nvPr/>
        </p:nvSpPr>
        <p:spPr>
          <a:xfrm>
            <a:off x="3048000" y="2828836"/>
            <a:ext cx="6096000" cy="646331"/>
          </a:xfrm>
          <a:prstGeom prst="rect">
            <a:avLst/>
          </a:prstGeom>
          <a:noFill/>
        </p:spPr>
        <p:txBody>
          <a:bodyPr wrap="square">
            <a:spAutoFit/>
          </a:bodyPr>
          <a:lstStyle/>
          <a:p>
            <a:endParaRPr lang="fr-FR"/>
          </a:p>
          <a:p>
            <a:r>
              <a:rPr lang="fr-FR"/>
              <a:t> </a:t>
            </a:r>
          </a:p>
        </p:txBody>
      </p:sp>
      <p:sp>
        <p:nvSpPr>
          <p:cNvPr id="5" name="ZoneTexte 4">
            <a:extLst>
              <a:ext uri="{FF2B5EF4-FFF2-40B4-BE49-F238E27FC236}">
                <a16:creationId xmlns:a16="http://schemas.microsoft.com/office/drawing/2014/main" id="{472606EF-D410-DE04-A211-2D25773AA1C8}"/>
              </a:ext>
            </a:extLst>
          </p:cNvPr>
          <p:cNvSpPr txBox="1"/>
          <p:nvPr/>
        </p:nvSpPr>
        <p:spPr>
          <a:xfrm>
            <a:off x="525780" y="1170299"/>
            <a:ext cx="8999220" cy="2173544"/>
          </a:xfrm>
          <a:prstGeom prst="rect">
            <a:avLst/>
          </a:prstGeom>
          <a:noFill/>
        </p:spPr>
        <p:txBody>
          <a:bodyPr wrap="square">
            <a:spAutoFit/>
          </a:bodyPr>
          <a:lstStyle/>
          <a:p>
            <a:pPr algn="just">
              <a:lnSpc>
                <a:spcPct val="107000"/>
              </a:lnSpc>
              <a:spcAft>
                <a:spcPts val="800"/>
              </a:spcAft>
            </a:pPr>
            <a:r>
              <a:rPr lang="fr-FR" sz="3200" kern="100">
                <a:effectLst/>
                <a:latin typeface="Arial" panose="020B0604020202020204" pitchFamily="34" charset="0"/>
                <a:ea typeface="Calibri" panose="020F0502020204030204" pitchFamily="34" charset="0"/>
                <a:cs typeface="Times New Roman" panose="02020603050405020304" pitchFamily="18" charset="0"/>
              </a:rPr>
              <a:t>*Le bus d’extension : donne aux composants gérés par la carte mère (USB, </a:t>
            </a:r>
            <a:r>
              <a:rPr lang="fr-FR" sz="3200" kern="100" err="1">
                <a:effectLst/>
                <a:latin typeface="Arial" panose="020B0604020202020204" pitchFamily="34" charset="0"/>
                <a:ea typeface="Calibri" panose="020F0502020204030204" pitchFamily="34" charset="0"/>
                <a:cs typeface="Times New Roman" panose="02020603050405020304" pitchFamily="18" charset="0"/>
              </a:rPr>
              <a:t>série,disque</a:t>
            </a:r>
            <a:r>
              <a:rPr lang="fr-FR" sz="3200" kern="100">
                <a:effectLst/>
                <a:latin typeface="Arial" panose="020B0604020202020204" pitchFamily="34" charset="0"/>
                <a:ea typeface="Calibri" panose="020F0502020204030204" pitchFamily="34" charset="0"/>
                <a:cs typeface="Times New Roman" panose="02020603050405020304" pitchFamily="18" charset="0"/>
              </a:rPr>
              <a:t>…) la possibilité de dialoguer entre eux et d’ajouter de nouveaux périph</a:t>
            </a:r>
            <a:r>
              <a:rPr lang="fr-FR" sz="3200" kern="100">
                <a:latin typeface="Arial" panose="020B0604020202020204" pitchFamily="34" charset="0"/>
                <a:ea typeface="Calibri" panose="020F0502020204030204" pitchFamily="34" charset="0"/>
                <a:cs typeface="Times New Roman" panose="02020603050405020304" pitchFamily="18" charset="0"/>
              </a:rPr>
              <a:t>é</a:t>
            </a:r>
            <a:r>
              <a:rPr lang="fr-FR" sz="3200" kern="100">
                <a:effectLst/>
                <a:latin typeface="Arial" panose="020B0604020202020204" pitchFamily="34" charset="0"/>
                <a:ea typeface="Calibri" panose="020F0502020204030204" pitchFamily="34" charset="0"/>
                <a:cs typeface="Times New Roman" panose="02020603050405020304" pitchFamily="18" charset="0"/>
              </a:rPr>
              <a:t>rique</a:t>
            </a:r>
            <a:endParaRPr lang="fr-FR" sz="32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99760206"/>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B9EEDEE6-7508-5E6A-829A-059436D15AC0}"/>
              </a:ext>
            </a:extLst>
          </p:cNvPr>
          <p:cNvSpPr txBox="1"/>
          <p:nvPr/>
        </p:nvSpPr>
        <p:spPr>
          <a:xfrm>
            <a:off x="1005840" y="1426756"/>
            <a:ext cx="8877300" cy="2062103"/>
          </a:xfrm>
          <a:prstGeom prst="rect">
            <a:avLst/>
          </a:prstGeom>
          <a:noFill/>
        </p:spPr>
        <p:txBody>
          <a:bodyPr wrap="square">
            <a:spAutoFit/>
          </a:bodyPr>
          <a:lstStyle/>
          <a:p>
            <a:r>
              <a:rPr lang="fr-FR" sz="3200"/>
              <a:t> *Le bus USB : permet de connecter des périphériques « à chaud » (quand l'ordinateur est en marche) et en bénéficiant du plug and </a:t>
            </a:r>
            <a:r>
              <a:rPr lang="fr-FR" sz="3200" err="1"/>
              <a:t>play</a:t>
            </a:r>
            <a:r>
              <a:rPr lang="fr-FR" sz="3200"/>
              <a:t> qui reconnaît automatiquement le périphérique.</a:t>
            </a:r>
          </a:p>
        </p:txBody>
      </p:sp>
    </p:spTree>
    <p:extLst>
      <p:ext uri="{BB962C8B-B14F-4D97-AF65-F5344CB8AC3E}">
        <p14:creationId xmlns:p14="http://schemas.microsoft.com/office/powerpoint/2010/main" val="1708967141"/>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417C768C-E078-0390-583D-8B8C58C5C058}"/>
              </a:ext>
            </a:extLst>
          </p:cNvPr>
          <p:cNvSpPr txBox="1"/>
          <p:nvPr/>
        </p:nvSpPr>
        <p:spPr>
          <a:xfrm>
            <a:off x="1615440" y="1722596"/>
            <a:ext cx="8503920" cy="3046988"/>
          </a:xfrm>
          <a:prstGeom prst="rect">
            <a:avLst/>
          </a:prstGeom>
          <a:noFill/>
        </p:spPr>
        <p:txBody>
          <a:bodyPr wrap="square">
            <a:spAutoFit/>
          </a:bodyPr>
          <a:lstStyle/>
          <a:p>
            <a:r>
              <a:rPr lang="fr-FR" sz="3200"/>
              <a:t>*Le bus AGP : développé par Intel, permet à la carte graphique d'accéder directement au processeur et à la mémoire centrale par un canal spécialisé offrant un débit maximal de 528 Mo/s, soit 4 fois plus rapide que pour le bus PCI.</a:t>
            </a:r>
          </a:p>
          <a:p>
            <a:endParaRPr lang="fr-FR" sz="3200"/>
          </a:p>
        </p:txBody>
      </p:sp>
    </p:spTree>
    <p:extLst>
      <p:ext uri="{BB962C8B-B14F-4D97-AF65-F5344CB8AC3E}">
        <p14:creationId xmlns:p14="http://schemas.microsoft.com/office/powerpoint/2010/main" val="17798704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A28BA15-090E-8EFE-F967-E5CC6D34A0C0}"/>
              </a:ext>
            </a:extLst>
          </p:cNvPr>
          <p:cNvSpPr txBox="1"/>
          <p:nvPr/>
        </p:nvSpPr>
        <p:spPr>
          <a:xfrm>
            <a:off x="1371600" y="2166154"/>
            <a:ext cx="8343900" cy="2173544"/>
          </a:xfrm>
          <a:prstGeom prst="rect">
            <a:avLst/>
          </a:prstGeom>
          <a:noFill/>
        </p:spPr>
        <p:txBody>
          <a:bodyPr wrap="square">
            <a:spAutoFit/>
          </a:bodyPr>
          <a:lstStyle/>
          <a:p>
            <a:pPr algn="just">
              <a:lnSpc>
                <a:spcPct val="107000"/>
              </a:lnSpc>
              <a:spcAft>
                <a:spcPts val="800"/>
              </a:spcAft>
            </a:pPr>
            <a:r>
              <a:rPr lang="fr-FR" sz="3200" kern="100">
                <a:effectLst/>
                <a:latin typeface="Arial" panose="020B0604020202020204" pitchFamily="34" charset="0"/>
                <a:ea typeface="Calibri" panose="020F0502020204030204" pitchFamily="34" charset="0"/>
                <a:cs typeface="Times New Roman" panose="02020603050405020304" pitchFamily="18" charset="0"/>
              </a:rPr>
              <a:t>*Le bus PCI :(</a:t>
            </a:r>
            <a:r>
              <a:rPr lang="fr-FR" sz="3200" kern="100" err="1">
                <a:effectLst/>
                <a:latin typeface="Arial" panose="020B0604020202020204" pitchFamily="34" charset="0"/>
                <a:ea typeface="Calibri" panose="020F0502020204030204" pitchFamily="34" charset="0"/>
                <a:cs typeface="Times New Roman" panose="02020603050405020304" pitchFamily="18" charset="0"/>
              </a:rPr>
              <a:t>Peripheral</a:t>
            </a:r>
            <a:r>
              <a:rPr lang="fr-FR" sz="3200" kern="100">
                <a:effectLst/>
                <a:latin typeface="Arial" panose="020B0604020202020204" pitchFamily="34" charset="0"/>
                <a:ea typeface="Calibri" panose="020F0502020204030204" pitchFamily="34" charset="0"/>
                <a:cs typeface="Times New Roman" panose="02020603050405020304" pitchFamily="18" charset="0"/>
              </a:rPr>
              <a:t> Component </a:t>
            </a:r>
            <a:r>
              <a:rPr lang="fr-FR" sz="3200" kern="100" err="1">
                <a:effectLst/>
                <a:latin typeface="Arial" panose="020B0604020202020204" pitchFamily="34" charset="0"/>
                <a:ea typeface="Calibri" panose="020F0502020204030204" pitchFamily="34" charset="0"/>
                <a:cs typeface="Times New Roman" panose="02020603050405020304" pitchFamily="18" charset="0"/>
              </a:rPr>
              <a:t>Interconnect</a:t>
            </a:r>
            <a:r>
              <a:rPr lang="fr-FR" sz="3200" kern="100">
                <a:effectLst/>
                <a:latin typeface="Arial" panose="020B0604020202020204" pitchFamily="34" charset="0"/>
                <a:ea typeface="Calibri" panose="020F0502020204030204" pitchFamily="34" charset="0"/>
                <a:cs typeface="Times New Roman" panose="02020603050405020304" pitchFamily="18" charset="0"/>
              </a:rPr>
              <a:t>) c’est un standard de bus local (interne) permettant de connecter des cartes d'extension sur la carte mère d'un ordinateur.</a:t>
            </a:r>
            <a:endParaRPr lang="fr-FR" sz="32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55565274"/>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0A68C3A-171A-8AAC-1D6D-3976CDD32F05}"/>
              </a:ext>
            </a:extLst>
          </p:cNvPr>
          <p:cNvSpPr txBox="1"/>
          <p:nvPr/>
        </p:nvSpPr>
        <p:spPr>
          <a:xfrm>
            <a:off x="1196340" y="1951757"/>
            <a:ext cx="9022080" cy="4914038"/>
          </a:xfrm>
          <a:prstGeom prst="rect">
            <a:avLst/>
          </a:prstGeom>
          <a:noFill/>
        </p:spPr>
        <p:txBody>
          <a:bodyPr wrap="square">
            <a:spAutoFit/>
          </a:bodyPr>
          <a:lstStyle/>
          <a:p>
            <a:pPr algn="just">
              <a:lnSpc>
                <a:spcPct val="107000"/>
              </a:lnSpc>
              <a:spcAft>
                <a:spcPts val="800"/>
              </a:spcAft>
            </a:pPr>
            <a:r>
              <a:rPr lang="fr-FR" sz="3200" kern="100">
                <a:effectLst/>
                <a:latin typeface="Arial" panose="020B0604020202020204" pitchFamily="34" charset="0"/>
                <a:ea typeface="Calibri" panose="020F0502020204030204" pitchFamily="34" charset="0"/>
                <a:cs typeface="Times New Roman" panose="02020603050405020304" pitchFamily="18" charset="0"/>
              </a:rPr>
              <a:t>*Le bus de donnée : permet à différents blocs logiques d'échanger des informations. Typiquement, dans un ordinateur, il relie le processeur, la mémoire centrale et les contrôleurs de périphériques.</a:t>
            </a:r>
          </a:p>
          <a:p>
            <a:pPr algn="just">
              <a:lnSpc>
                <a:spcPct val="107000"/>
              </a:lnSpc>
              <a:spcAft>
                <a:spcPts val="800"/>
              </a:spcAft>
            </a:pPr>
            <a:r>
              <a:rPr lang="fr-FR" sz="3200" b="0" i="0">
                <a:solidFill>
                  <a:srgbClr val="111111"/>
                </a:solidFill>
                <a:effectLst/>
                <a:latin typeface="-apple-system"/>
              </a:rPr>
              <a:t> </a:t>
            </a:r>
            <a:r>
              <a:rPr lang="fr-FR" sz="3200" b="0" i="0">
                <a:effectLst/>
                <a:latin typeface="-apple-system"/>
              </a:rPr>
              <a:t>Ce bus transporte les données entre le processeur, la mémoire et les périphériques. Il est </a:t>
            </a:r>
            <a:r>
              <a:rPr lang="fr-FR" sz="3200" b="1" i="0">
                <a:effectLst/>
                <a:latin typeface="-apple-system"/>
              </a:rPr>
              <a:t>bidirectionnel</a:t>
            </a:r>
            <a:r>
              <a:rPr lang="fr-FR" sz="3200" b="0" i="0">
                <a:effectLst/>
                <a:latin typeface="-apple-system"/>
              </a:rPr>
              <a:t>, ce qui signifie qu’il peut transférer des données dans les deux sens.</a:t>
            </a:r>
            <a:endParaRPr lang="fr-FR" sz="32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6196153"/>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E2C0B29-59D5-A154-4B04-7B000FAFA579}"/>
              </a:ext>
            </a:extLst>
          </p:cNvPr>
          <p:cNvSpPr txBox="1"/>
          <p:nvPr/>
        </p:nvSpPr>
        <p:spPr>
          <a:xfrm>
            <a:off x="1356360" y="954354"/>
            <a:ext cx="8801100" cy="3754361"/>
          </a:xfrm>
          <a:prstGeom prst="rect">
            <a:avLst/>
          </a:prstGeom>
          <a:noFill/>
        </p:spPr>
        <p:txBody>
          <a:bodyPr wrap="square">
            <a:spAutoFit/>
          </a:bodyPr>
          <a:lstStyle/>
          <a:p>
            <a:pPr algn="just">
              <a:lnSpc>
                <a:spcPct val="107000"/>
              </a:lnSpc>
              <a:spcAft>
                <a:spcPts val="800"/>
              </a:spcAft>
            </a:pPr>
            <a:r>
              <a:rPr lang="fr-FR" sz="3200" kern="100">
                <a:effectLst/>
                <a:latin typeface="Arial" panose="020B0604020202020204" pitchFamily="34" charset="0"/>
                <a:ea typeface="Calibri" panose="020F0502020204030204" pitchFamily="34" charset="0"/>
                <a:cs typeface="Times New Roman" panose="02020603050405020304" pitchFamily="18" charset="0"/>
              </a:rPr>
              <a:t>*Le bus de commande : transporte les ordres et les signaux de synchronisation en provenance de l'unité de commande et à destination de l'ensemble des composants matériels. Il s'agit d'un bus directionnel dans la mesure où il transmet également les signaux de réponse des éléments matériels.</a:t>
            </a:r>
            <a:endParaRPr lang="fr-FR" sz="32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29943477"/>
      </p:ext>
    </p:extLst>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9E91212-B3B7-ADFC-D939-B74BC2EC1F22}"/>
              </a:ext>
            </a:extLst>
          </p:cNvPr>
          <p:cNvSpPr txBox="1"/>
          <p:nvPr/>
        </p:nvSpPr>
        <p:spPr>
          <a:xfrm>
            <a:off x="1325880" y="1289634"/>
            <a:ext cx="8778240" cy="3754361"/>
          </a:xfrm>
          <a:prstGeom prst="rect">
            <a:avLst/>
          </a:prstGeom>
          <a:noFill/>
        </p:spPr>
        <p:txBody>
          <a:bodyPr wrap="square">
            <a:spAutoFit/>
          </a:bodyPr>
          <a:lstStyle/>
          <a:p>
            <a:pPr algn="just">
              <a:lnSpc>
                <a:spcPct val="107000"/>
              </a:lnSpc>
              <a:spcAft>
                <a:spcPts val="800"/>
              </a:spcAft>
            </a:pPr>
            <a:r>
              <a:rPr lang="fr-FR" sz="3200" kern="100">
                <a:effectLst/>
                <a:latin typeface="Arial" panose="020B0604020202020204" pitchFamily="34" charset="0"/>
                <a:ea typeface="Calibri" panose="020F0502020204030204" pitchFamily="34" charset="0"/>
                <a:cs typeface="Times New Roman" panose="02020603050405020304" pitchFamily="18" charset="0"/>
              </a:rPr>
              <a:t>*Le bus parallèle et le bus en série : </a:t>
            </a:r>
            <a:r>
              <a:rPr lang="fr-FR" sz="3200" b="1" kern="100">
                <a:ln w="9525" cap="flat" cmpd="sng" algn="ctr">
                  <a:solidFill>
                    <a:srgbClr val="FFFFFF"/>
                  </a:solidFill>
                  <a:prstDash val="solid"/>
                  <a:round/>
                </a:ln>
                <a:solidFill>
                  <a:srgbClr val="000000"/>
                </a:solidFill>
                <a:effectLst>
                  <a:outerShdw blurRad="12700" dist="38100" dir="2700000" algn="tl">
                    <a:schemeClr val="bg1">
                      <a:lumMod val="50000"/>
                    </a:schemeClr>
                  </a:outerShdw>
                </a:effectLst>
                <a:latin typeface="Arial" panose="020B0604020202020204" pitchFamily="34" charset="0"/>
                <a:ea typeface="Calibri" panose="020F0502020204030204" pitchFamily="34" charset="0"/>
                <a:cs typeface="Times New Roman" panose="02020603050405020304" pitchFamily="18" charset="0"/>
              </a:rPr>
              <a:t>un</a:t>
            </a:r>
            <a:r>
              <a:rPr lang="fr-FR" sz="3200" kern="100">
                <a:effectLst/>
                <a:latin typeface="Arial" panose="020B0604020202020204" pitchFamily="34" charset="0"/>
                <a:ea typeface="Calibri" panose="020F0502020204030204" pitchFamily="34" charset="0"/>
                <a:cs typeface="Times New Roman" panose="02020603050405020304" pitchFamily="18" charset="0"/>
              </a:rPr>
              <a:t> bus informatique peut transmettre ses données en utilisant une méthode de communication parallèle ou série. Avec un bus parallèle, les données sont transmises plusieurs bits à la fois. Cependant, avec un bus série, les données sont transférées un bit à la fois.</a:t>
            </a:r>
            <a:endParaRPr lang="fr-FR" sz="32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25372356"/>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0D6EC3B1-85C7-46A9-8143-242561B41DDB}"/>
              </a:ext>
            </a:extLst>
          </p:cNvPr>
          <p:cNvSpPr txBox="1"/>
          <p:nvPr/>
        </p:nvSpPr>
        <p:spPr>
          <a:xfrm>
            <a:off x="701040" y="2127796"/>
            <a:ext cx="9987280" cy="2062103"/>
          </a:xfrm>
          <a:prstGeom prst="rect">
            <a:avLst/>
          </a:prstGeom>
          <a:noFill/>
        </p:spPr>
        <p:txBody>
          <a:bodyPr wrap="square">
            <a:spAutoFit/>
          </a:bodyPr>
          <a:lstStyle/>
          <a:p>
            <a:r>
              <a:rPr lang="fr-FR" sz="3200"/>
              <a:t>Bus de Contrôle (Control Lines) : Ce bus gère les signaux de contrôle et de synchronisation. Il transporte des signaux tels que les demandes d’accès au bus, les signaux de lecture/écriture, etc.</a:t>
            </a:r>
          </a:p>
        </p:txBody>
      </p:sp>
    </p:spTree>
    <p:extLst>
      <p:ext uri="{BB962C8B-B14F-4D97-AF65-F5344CB8AC3E}">
        <p14:creationId xmlns:p14="http://schemas.microsoft.com/office/powerpoint/2010/main" val="183719716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35E013-62E0-AAC3-0211-0444EC2682B7}"/>
              </a:ext>
            </a:extLst>
          </p:cNvPr>
          <p:cNvSpPr>
            <a:spLocks noGrp="1"/>
          </p:cNvSpPr>
          <p:nvPr>
            <p:ph type="title"/>
          </p:nvPr>
        </p:nvSpPr>
        <p:spPr/>
        <p:txBody>
          <a:bodyPr/>
          <a:lstStyle/>
          <a:p>
            <a:endParaRPr lang="fr-FR"/>
          </a:p>
        </p:txBody>
      </p:sp>
      <p:sp>
        <p:nvSpPr>
          <p:cNvPr id="4" name="AutoShape 2" descr="System Buses of computer component | what is computer bus">
            <a:extLst>
              <a:ext uri="{FF2B5EF4-FFF2-40B4-BE49-F238E27FC236}">
                <a16:creationId xmlns:a16="http://schemas.microsoft.com/office/drawing/2014/main" id="{D0B4B7C4-9AD6-2F7F-0688-5A160C026135}"/>
              </a:ext>
            </a:extLst>
          </p:cNvPr>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Image 4">
            <a:extLst>
              <a:ext uri="{FF2B5EF4-FFF2-40B4-BE49-F238E27FC236}">
                <a16:creationId xmlns:a16="http://schemas.microsoft.com/office/drawing/2014/main" id="{9225B5ED-DC1C-0544-CD78-81D51AEE8284}"/>
              </a:ext>
            </a:extLst>
          </p:cNvPr>
          <p:cNvPicPr>
            <a:picLocks noChangeAspect="1"/>
          </p:cNvPicPr>
          <p:nvPr/>
        </p:nvPicPr>
        <p:blipFill>
          <a:blip r:embed="rId2"/>
          <a:stretch>
            <a:fillRect/>
          </a:stretch>
        </p:blipFill>
        <p:spPr>
          <a:xfrm>
            <a:off x="0" y="254643"/>
            <a:ext cx="12192000" cy="6039922"/>
          </a:xfrm>
          <a:prstGeom prst="rect">
            <a:avLst/>
          </a:prstGeom>
        </p:spPr>
      </p:pic>
    </p:spTree>
    <p:extLst>
      <p:ext uri="{BB962C8B-B14F-4D97-AF65-F5344CB8AC3E}">
        <p14:creationId xmlns:p14="http://schemas.microsoft.com/office/powerpoint/2010/main" val="114665062"/>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927490-4A36-5E64-1D9D-AED0157C6DDE}"/>
              </a:ext>
            </a:extLst>
          </p:cNvPr>
          <p:cNvSpPr>
            <a:spLocks noGrp="1"/>
          </p:cNvSpPr>
          <p:nvPr>
            <p:ph type="title"/>
          </p:nvPr>
        </p:nvSpPr>
        <p:spPr>
          <a:xfrm>
            <a:off x="1751013" y="168592"/>
            <a:ext cx="9905998" cy="1478570"/>
          </a:xfrm>
        </p:spPr>
        <p:txBody>
          <a:bodyPr>
            <a:normAutofit/>
          </a:bodyPr>
          <a:lstStyle/>
          <a:p>
            <a:r>
              <a:rPr lang="fr-FR">
                <a:solidFill>
                  <a:schemeClr val="tx2">
                    <a:lumMod val="60000"/>
                    <a:lumOff val="40000"/>
                  </a:schemeClr>
                </a:solidFill>
              </a:rPr>
              <a:t>SCHEMA DE RELATION ENTRE LES BUS </a:t>
            </a:r>
            <a:br>
              <a:rPr lang="fr-FR">
                <a:solidFill>
                  <a:schemeClr val="tx2">
                    <a:lumMod val="60000"/>
                    <a:lumOff val="40000"/>
                  </a:schemeClr>
                </a:solidFill>
              </a:rPr>
            </a:br>
            <a:r>
              <a:rPr lang="fr-FR">
                <a:solidFill>
                  <a:schemeClr val="tx2">
                    <a:lumMod val="60000"/>
                    <a:lumOff val="40000"/>
                  </a:schemeClr>
                </a:solidFill>
              </a:rPr>
              <a:t>ET LES COMPOSANTS DE L’ORDINATEUR</a:t>
            </a:r>
          </a:p>
        </p:txBody>
      </p:sp>
      <p:pic>
        <p:nvPicPr>
          <p:cNvPr id="3074" name="Picture 2" descr="IT Essentials 5 - الفصل الاول - الجزء الخامس - مبادئ تقنية المعلومات ...">
            <a:extLst>
              <a:ext uri="{FF2B5EF4-FFF2-40B4-BE49-F238E27FC236}">
                <a16:creationId xmlns:a16="http://schemas.microsoft.com/office/drawing/2014/main" id="{F20AEBAF-F9AB-C155-D4F4-B6389BEB31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0930" y="1812608"/>
            <a:ext cx="5534025"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6522706"/>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88000"/>
                <a:hueMod val="106000"/>
                <a:satMod val="140000"/>
                <a:lumMod val="54000"/>
              </a:schemeClr>
              <a:schemeClr val="bg2">
                <a:tint val="98000"/>
                <a:hueMod val="90000"/>
                <a:satMod val="150000"/>
                <a:lumMod val="160000"/>
              </a:schemeClr>
            </a:duotone>
            <a:lum/>
          </a:blip>
          <a:srcRect/>
          <a:stretch>
            <a:fillRect/>
          </a:stretch>
        </a:blipFill>
        <a:effectLst/>
      </p:bgPr>
    </p:bg>
    <p:spTree>
      <p:nvGrpSpPr>
        <p:cNvPr id="1" name="">
          <a:extLst>
            <a:ext uri="{FF2B5EF4-FFF2-40B4-BE49-F238E27FC236}">
              <a16:creationId xmlns:a16="http://schemas.microsoft.com/office/drawing/2014/main" id="{82065DFA-52E7-6609-0014-DA3022080B9D}"/>
            </a:ext>
          </a:extLst>
        </p:cNvPr>
        <p:cNvGrpSpPr/>
        <p:nvPr/>
      </p:nvGrpSpPr>
      <p:grpSpPr>
        <a:xfrm>
          <a:off x="0" y="0"/>
          <a:ext cx="0" cy="0"/>
          <a:chOff x="0" y="0"/>
          <a:chExt cx="0" cy="0"/>
        </a:xfrm>
      </p:grpSpPr>
      <p:sp>
        <p:nvSpPr>
          <p:cNvPr id="15" name="Titre 14">
            <a:extLst>
              <a:ext uri="{FF2B5EF4-FFF2-40B4-BE49-F238E27FC236}">
                <a16:creationId xmlns:a16="http://schemas.microsoft.com/office/drawing/2014/main" id="{D43E577E-9E27-2BAC-BDC6-0EDEBCC4EDEE}"/>
              </a:ext>
            </a:extLst>
          </p:cNvPr>
          <p:cNvSpPr>
            <a:spLocks noGrp="1"/>
          </p:cNvSpPr>
          <p:nvPr>
            <p:ph type="title"/>
          </p:nvPr>
        </p:nvSpPr>
        <p:spPr/>
        <p:txBody>
          <a:bodyPr/>
          <a:lstStyle/>
          <a:p>
            <a:r>
              <a:rPr lang="fr-FR">
                <a:solidFill>
                  <a:schemeClr val="tx2">
                    <a:lumMod val="60000"/>
                    <a:lumOff val="40000"/>
                  </a:schemeClr>
                </a:solidFill>
              </a:rPr>
              <a:t>               </a:t>
            </a:r>
            <a:r>
              <a:rPr lang="fr-FR" sz="6600">
                <a:solidFill>
                  <a:schemeClr val="tx2">
                    <a:lumMod val="60000"/>
                    <a:lumOff val="40000"/>
                  </a:schemeClr>
                </a:solidFill>
              </a:rPr>
              <a:t>CONCLUSION</a:t>
            </a:r>
          </a:p>
        </p:txBody>
      </p:sp>
      <p:sp>
        <p:nvSpPr>
          <p:cNvPr id="16" name="Espace réservé du contenu 15">
            <a:extLst>
              <a:ext uri="{FF2B5EF4-FFF2-40B4-BE49-F238E27FC236}">
                <a16:creationId xmlns:a16="http://schemas.microsoft.com/office/drawing/2014/main" id="{90647534-4F1A-4341-1657-646060DA6925}"/>
              </a:ext>
            </a:extLst>
          </p:cNvPr>
          <p:cNvSpPr>
            <a:spLocks noGrp="1"/>
          </p:cNvSpPr>
          <p:nvPr>
            <p:ph idx="1"/>
          </p:nvPr>
        </p:nvSpPr>
        <p:spPr/>
        <p:txBody>
          <a:bodyPr>
            <a:normAutofit/>
          </a:bodyPr>
          <a:lstStyle/>
          <a:p>
            <a:r>
              <a:rPr lang="fr-FR" sz="4000"/>
              <a:t>En somme, les bus informatiques sont les artères vitales qui permettent aux composants d’un système informatique de communiquer harmonieusement</a:t>
            </a:r>
          </a:p>
        </p:txBody>
      </p:sp>
    </p:spTree>
    <p:extLst>
      <p:ext uri="{BB962C8B-B14F-4D97-AF65-F5344CB8AC3E}">
        <p14:creationId xmlns:p14="http://schemas.microsoft.com/office/powerpoint/2010/main" val="377102345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08386848-D72A-95D7-32EC-7BB7E1EEA23D}"/>
              </a:ext>
            </a:extLst>
          </p:cNvPr>
          <p:cNvSpPr txBox="1"/>
          <p:nvPr/>
        </p:nvSpPr>
        <p:spPr>
          <a:xfrm>
            <a:off x="779489" y="2674429"/>
            <a:ext cx="11707318" cy="1120820"/>
          </a:xfrm>
          <a:prstGeom prst="rect">
            <a:avLst/>
          </a:prstGeom>
          <a:noFill/>
        </p:spPr>
        <p:txBody>
          <a:bodyPr wrap="square">
            <a:spAutoFit/>
          </a:bodyPr>
          <a:lstStyle/>
          <a:p>
            <a:pPr marR="0" lvl="0" algn="l" defTabSz="914400" rtl="0" eaLnBrk="1" fontAlgn="auto" latinLnBrk="0" hangingPunct="1">
              <a:lnSpc>
                <a:spcPct val="120000"/>
              </a:lnSpc>
              <a:spcBef>
                <a:spcPts val="1000"/>
              </a:spcBef>
              <a:spcAft>
                <a:spcPts val="0"/>
              </a:spcAft>
              <a:buClrTx/>
              <a:buSzPct val="125000"/>
              <a:tabLst/>
              <a:defRPr/>
            </a:pPr>
            <a:r>
              <a:rPr kumimoji="0" lang="fr-FR" sz="6000" b="0" i="0" u="none" strike="noStrike" kern="1200" cap="none" spc="0" normalizeH="0" baseline="0" noProof="0">
                <a:ln>
                  <a:noFill/>
                </a:ln>
                <a:solidFill>
                  <a:prstClr val="white"/>
                </a:solidFill>
                <a:effectLst/>
                <a:uLnTx/>
                <a:uFillTx/>
                <a:latin typeface="Tw Cen MT" panose="020B0602020104020603"/>
                <a:ea typeface="+mn-ea"/>
                <a:cs typeface="+mn-cs"/>
              </a:rPr>
              <a:t>MERCI POUR VOTRE ATTENTION</a:t>
            </a:r>
          </a:p>
        </p:txBody>
      </p:sp>
    </p:spTree>
    <p:extLst>
      <p:ext uri="{BB962C8B-B14F-4D97-AF65-F5344CB8AC3E}">
        <p14:creationId xmlns:p14="http://schemas.microsoft.com/office/powerpoint/2010/main" val="36920833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Application>Microsoft Office PowerPoint</Application>
  <PresentationFormat>Widescreen</PresentationFormat>
  <Slides>26</Slides>
  <Notes>0</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Circuit</vt:lpstr>
      <vt:lpstr>EXPOSER SUR LES  BUS INFORMATIQUE</vt:lpstr>
      <vt:lpstr>PowerPoint Presentation</vt:lpstr>
      <vt:lpstr>                    sommaire</vt:lpstr>
      <vt:lpstr> 1- INTRODUCTION DES BUS                    INFORMATIQUES</vt:lpstr>
      <vt:lpstr>          2-     DEFINITION SIMPLE</vt:lpstr>
      <vt:lpstr>      3-    Caractéristique d’un bus</vt:lpstr>
      <vt:lpstr>           3-1- sa largeur  </vt:lpstr>
      <vt:lpstr>          3-2- sa fréquence </vt:lpstr>
      <vt:lpstr>        3-3- sa bande passante </vt:lpstr>
      <vt:lpstr>          4- LES TYPES DE BUS INFORMATIQUE                         </vt:lpstr>
      <vt:lpstr>PowerPoint Presentation</vt:lpstr>
      <vt:lpstr>PowerPoint Presentation</vt:lpstr>
      <vt:lpstr> 5- LES R0LES DES BUS INFORMATIQUES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SCHEMA DE RELATION ENTRE LES BUS  ET LES COMPOSANTS DE L’ORDINATEUR</vt:lpstr>
      <vt:lpstr>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EXPOSER SUR LES  BUS INFORMATIQUE</dc:title>
  <dc:creator>maxime touglo</dc:creator>
  <cp:revision>1</cp:revision>
  <dcterms:created xsi:type="dcterms:W3CDTF">2024-03-04T08:11:59Z</dcterms:created>
  <dcterms:modified xsi:type="dcterms:W3CDTF">2024-03-05T10:40:57Z</dcterms:modified>
</cp:coreProperties>
</file>