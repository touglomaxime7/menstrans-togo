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89497E-99A8-EFB8-F182-38AF4CD3A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EF6A12-9CA8-DEC8-3B6D-787354160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89B75A-BD28-80D2-9DD5-C718BEB47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CA93EDA-14DA-1583-9580-E9FFF68F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84427D-97A2-A4A5-6A62-1B0317CE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99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FBCBC-4F23-3649-06AD-64092A1C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1FB4E7-F4A6-DDF8-19D2-F1618B600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03C77A-9BCC-61B7-4D91-56316879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69E666-AF35-BA06-0CFE-BDE100AC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6742FD-551F-0BC3-F62F-B71734AF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93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8E77CE-EC9C-F67C-DD62-A2FAE73A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7C684B-2F6E-1E7A-D0A3-3A9B687B6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8C8FFB-7B54-87BC-2F2E-784FE696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F60793-1A9C-F818-8389-78951229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9146D3-346F-C9FF-2386-8A30BFC6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24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AC53A3-4144-7D2C-85F3-FD8C0ABE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DBFADF-545C-EA85-B896-2EF50915F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C6847B-6DDA-5D59-0575-360DBF3B5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78D699-7380-7F44-BF39-9557352C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4EED55-AA6E-C706-C1C9-D27C768D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BC9C0C-7059-F9D0-4C8C-A0F0AB85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642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17E649-52E8-635F-46F2-9A55191CE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45F42F-D698-1E39-0C57-A01C084B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AFBA47-3DC4-8BBF-6E19-0322A7910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E119D1-B679-6BD4-B80D-6496F3B00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4218B4-1E35-B17B-22E8-D10071D1D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66B9EC6-9FBF-9708-704A-DD00A9CA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2FCF27-94D0-4E5A-833B-189D8131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9A5FF4-B923-B270-3550-3D336982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30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FEFA0-C6D7-8923-25A6-65852DF6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9937B5-9DBC-1DB1-6575-30D2FF60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398208-43EA-33CF-25F7-2C1721A7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7F5AB3-0B91-1CDA-D18D-5156346F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3217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7E4C5B-67E5-DE62-E544-39F327A8A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9B21C3-4E62-AA05-707C-D4A85AF6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C34B52-1468-97C5-6FD1-4FBD6A88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08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19BF06-2150-76CF-5DBE-37886EE8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3AF118-0A39-3497-6D77-791254BBF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B425E4-9EC6-7C28-C875-0FC4CE57C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797BCE-EABE-1D6D-6EED-62234CA70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1CF5CA-7600-60AF-27E7-666ED104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20E18-0F51-2695-D845-39058B5CA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55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EB53F3-F606-588F-CCDF-0CD5D097D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5B127C-2C5E-AA11-4681-AA5AFB82D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FC13B1-F513-14E6-C498-8118407DB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520566-70AF-4E66-4DB8-5FACEB9A1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5540FC3-C8E6-2B2B-011D-4F64053D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19D6F3-D82F-D473-8ADC-DD77868E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8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A9B951-FB85-EE4B-9EB6-6BD4C2C7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C93209-B1A4-411E-D921-B885AF4C1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509F1D-4129-E190-0234-0A5DD9CF0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F92869-547B-1B2D-D17E-034296AF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BF7C0-E4BA-0BF2-6734-549720D35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344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95ADCB-B30A-617E-EAD5-47BBD7769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A35A20-4270-F012-CD95-99FDEFBC1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71F79-C977-5DDB-BDB4-9BC19F640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9BB225-D3DB-E097-7481-30AD3274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C10726-25FE-A3E1-1D97-BBE58642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445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CD67E7C-ADA7-0B3F-9DE0-E70659CE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C5266D-6849-DD37-7131-623F71C7B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F37AB-26B9-C93F-A0C6-A29581116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F64D0-7DCB-4249-8310-38BA2B6E8D3F}" type="datetimeFigureOut">
              <a:rPr lang="fr-FR" smtClean="0"/>
              <a:t>12/01/2024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70C8E5-0578-A9AD-8071-6537375E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ACEDE2-5823-4F81-816C-3F8E7DEFE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F0D98-2D82-46A1-8684-EC17B4853D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08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1333A-FC90-ADA9-DCF6-5DB34C75B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FICHE DE PRESENCE DES ENSEIGNANTS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79FDF9-3049-4A57-E270-D2501D5309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9977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FICHE DE PRESENCE DES ENSEIGNANTS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FICHE DE PRESENCE DES ENSEIGNANTS</dc:title>
  <dc:creator>maxime touglo</dc:creator>
  <cp:lastModifiedBy>maxime touglo</cp:lastModifiedBy>
  <cp:revision>1</cp:revision>
  <dcterms:created xsi:type="dcterms:W3CDTF">2024-01-12T08:49:01Z</dcterms:created>
  <dcterms:modified xsi:type="dcterms:W3CDTF">2024-01-12T08:49:01Z</dcterms:modified>
</cp:coreProperties>
</file>